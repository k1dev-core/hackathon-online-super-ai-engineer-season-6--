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เปิดเรื่อง
โจทย์นี้มีข้อมูลฝึกเป็น Normal ทั้งหมด จึงไม่ใช่ classification แบบทั่วไป แนวทางของผมใช้ความหมายของ TCP และ MQTT สร้าง detector ที่อธิบายได้ แล้วตรวจสมมติฐานด้วย stream structure, PCAP และ controlled leaderboard experiments ผลสุดท้ายได้ Public 0.96267 และ Private 0.97198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โจทย์ยากตรงไหน
Train 100,000 แถวเป็น Normal ทั้งหมด ส่วน test 10,000 แถวมีทั้ง Normal และ Attack เราจึงเรียน decision boundary จาก label สองคลาสไม่ได้ Rare-normal และ attack บางชนิดมี packet shape ใกล้กันมาก ทำให้ anomaly score เดี่ยวไม่พอ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ภูมิทัศน์การโจมตี
การโจมตีห้ากลุ่มไม่ได้อยู่ในระดับเดียวกัน Dictionary และ Will Payload สะท้อน CONNECT fields, Invalid Subscription และ Publish อยู่ระดับ MQTT transaction ส่วน SYN Flood อยู่ระดับ TCP state ดังนั้น detector ต้องรวม features หลายชั้น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แผนที่ features
ผมแบ่ง 23 features เป็นสามกลุ่ม Frame, TCP และ MQTT จุดสำคัญคือ missing values ใน MQTT ไม่ควรเติมแบบไม่มีบริบท เพราะหลาย packet เป็น TCP control packet ที่ไม่มี MQTT layer อยู่แล้ว TCP stream ใช้เป็นบริบทภายใน capture แต่ห้ามถือเป็น identity ข้ามไฟล์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Core insight
Autoencoder หรือ isolation model มักให้คะแนนสูงกับ rare-normal และอาจพลาด attack ที่ใช้ packet format ปกติ ผมจึงใช้ protocol rules เป็น high-precision anchors แล้วค่อยเพิ่ม recall ผ่าน stream structure และ evidence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Pipeline
Pipeline เริ่มจาก normal profile แล้วรวมกฎ protocol ตัด false positive ตรวจ stream และใช้ source evidence ก่อนส่ง ทุก submission เป็น delta จาก baseline ที่ไม่แก้ทับ พร้อม changed Id list และ checksum ทำให้ย้อนกลับได้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Rule engine
หกกฎหลักครอบคลุม novelty ของ TCP stack, packet shape, SYN flood, dictionary CONNECT, invalid subscription และ publish signature การรวมด้วย OR เพิ่ม recall แต่ต้องมี exclusion rules แยกต่างหากเพื่อไม่ให้ false positive สะสม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Precision corrections
ตัวอย่างสำคัญคือ PINGRESP window 253 ซึ่ง pseudo model มั่นใจว่าเป็น attack แต่ score probe บอกว่าเป็น false positive เราจึงลบทั้ง family ในทางกลับกัน PUBLISH window 256 ผ่าน probe หลายรอบ จึงเพิ่มกลับแบบ family-complete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Structural completion
SYN-flood labels ครอบคลุม stream 0 ถึง 599 ยกเว้น 194 เมื่อตรวจ stream 194 พบ normal template 9 packets และ packet ส่วนเกินเพียง Id 9816 การเพิ่มแถวเดียวทำให้ Public เพิ่มจาก 0.96193 เป็น 0.96230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Score progression
คะแนนไม่ได้เพิ่มเป็นเส้นตรง Broad novelty เคยทำให้คะแนนลดจึง rollback หลังจากนั้นใช้กลุ่มเล็กและ homogeneous มากขึ้น จาก rules, publish completion, structural Id 9816 และ payload Id 1145 จน Public สูงสุด 0.96267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PCAP evidence
ผมสแกน attack PCAP 313 ไฟล์และ normal PCAP 49 ไฟล์ รวมมากกว่า 37 GB หรือ 260.9 ล้าน TCP packets ใช้ hash หลาย profile ตั้งแต่ packet shape ถึง full features หลักคือ candidate ต้องมี attack support และไม่ชน normal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Falsification
Id 8150 ดูดีจาก packet shape แต่คะแนนลด จึง reject ทันที ส่วน Id 1145 ผ่าน residual gate และทำให้คะแนนเพิ่ม สิ่งสำคัญคือ evidence pipeline ต้องหักล้างสมมติฐานได้ ไม่ใช่สะสมเหตุผลสนับสนุนอย่างเดียว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Public–Private gap
ไฟล์ Public สูงสุดได้ Private 0.97198 แต่ v8 ที่ Public ต่ำกว่าเล็กน้อยกลับได้ Private 0.97232 นี่คือ sampling variance ของ split 50/50 และเหตุผลที่ไม่ควรเลือกโมเดลจาก Public score เพียงตัวเดียว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ผลสุดท้าย
ไฟล์ที่เลือกได้ Private 0.97198 สูงกว่า baseline ผู้จัด 0.65030 มาก คะแนนสูงสุด 0.98149 และอันดับสอง 0.97879 จากนั้นมีหลายทีมที่ 0.97198 รวมทีมของเรา ช่องว่างจากอันดับหนึ่ง 0.00951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Negative results
สี่แนวทางที่ไม่ใช้คือ broad novelty, pseudo labels ที่ไม่ผ่าน hard-negative check, external model ที่เจอ domain shift และ packet shape เดี่ยว ทุกความล้มเหลวถูกเก็บเป็น guardrail ไม่ให้ทำผิดซ้ำ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งานต่อไป
รอบต่อไปต้องเปลี่ยนหน่วยวิเคราะห์จาก packet เป็น flow และ MQTT transaction สร้าง inter-arrival, direction, burst และ state transition สำคัญที่สุดคือต้อง split validation ตาม capture หรือ session ไม่ใช่ random rows เพื่อป้องกัน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 สรุปและถามตอบ
สรุปสามข้อ หนึ่ง ใช้ protocol meaning เป็น anchor สอง packet shape ต้องมี context สาม Public leaderboard มี noise จึงต้องเลือกจาก stability และ evidence ขอบคุณครับ พร้อมตอบคำถามเรื่องกฎ การทดลอง PCAP หรือการพัฒนาต่อ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slideLayout" Target="../slideLayouts/slideLayout1.xml"/><Relationship Id="rId2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slideLayout" Target="../slideLayouts/slideLayout1.xml"/><Relationship Id="rId2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slideLayout" Target="../slideLayouts/slideLayout1.xml"/><Relationship Id="rId2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slideLayout" Target="../slideLayouts/slideLayout1.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slideLayout" Target="../slideLayouts/slideLayout1.xml"/><Relationship Id="rId2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slideLayout" Target="../slideLayouts/slideLayout1.xml"/><Relationship Id="rId2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slideLayout" Target="../slideLayouts/slideLayout1.xml"/><Relationship Id="rId2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slideLayout" Target="../slideLayouts/slideLayout1.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slideLayout" Target="../slideLayouts/slideLayout1.xml"/><Relationship Id="rId2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slideLayout" Target="../slideLayouts/slideLayout1.xml"/><Relationship Id="rId3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slideLayout" Target="../slideLayouts/slideLayout1.xml"/><Relationship Id="rId2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slideLayout" Target="../slideLayouts/slideLayout1.xml"/><Relationship Id="rId2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slideLayout" Target="../slideLayouts/slideLayout1.xml"/><Relationship Id="rId2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slideLayout" Target="../slideLayouts/slideLayout1.xml"/><Relationship Id="rId1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image" Target="../media/image-16-23.png"/><Relationship Id="rId24" Type="http://schemas.openxmlformats.org/officeDocument/2006/relationships/slideLayout" Target="../slideLayouts/slideLayout1.xml"/><Relationship Id="rId2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slideLayout" Target="../slideLayouts/slideLayout1.xml"/><Relationship Id="rId18"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7452360" y="0"/>
            <a:ext cx="4736592" cy="6858000"/>
          </a:xfrm>
          <a:prstGeom prst="rect">
            <a:avLst/>
          </a:prstGeom>
          <a:solidFill>
            <a:srgbClr val="10263A"/>
          </a:solidFill>
          <a:ln w="12700">
            <a:solidFill>
              <a:srgbClr val="10263A"/>
            </a:solidFill>
            <a:prstDash val="solid"/>
          </a:ln>
        </p:spPr>
      </p:sp>
      <p:sp>
        <p:nvSpPr>
          <p:cNvPr id="39" name="Shape 37"/>
          <p:cNvSpPr/>
          <p:nvPr/>
        </p:nvSpPr>
        <p:spPr>
          <a:xfrm rot="10800000">
            <a:off x="7452360" y="0"/>
            <a:ext cx="1920240" cy="6858000"/>
          </a:xfrm>
          <a:prstGeom prst="chevron">
            <a:avLst/>
          </a:prstGeom>
          <a:solidFill>
            <a:srgbClr val="17344A">
              <a:alpha val="82000"/>
            </a:srgbClr>
          </a:solidFill>
          <a:ln w="12700">
            <a:solidFill>
              <a:srgbClr val="17344A">
                <a:alpha val="0"/>
              </a:srgbClr>
            </a:solidFill>
            <a:prstDash val="solid"/>
          </a:ln>
        </p:spPr>
      </p:sp>
      <p:sp>
        <p:nvSpPr>
          <p:cNvPr id="40" name="Shape 38"/>
          <p:cNvSpPr/>
          <p:nvPr/>
        </p:nvSpPr>
        <p:spPr>
          <a:xfrm>
            <a:off x="8412480" y="1097280"/>
            <a:ext cx="1737360" cy="-274320"/>
          </a:xfrm>
          <a:prstGeom prst="line">
            <a:avLst/>
          </a:prstGeom>
          <a:noFill/>
          <a:ln w="25400">
            <a:solidFill>
              <a:srgbClr val="2DD4BF">
                <a:alpha val="85000"/>
              </a:srgbClr>
            </a:solidFill>
            <a:prstDash val="solid"/>
          </a:ln>
        </p:spPr>
      </p:sp>
      <p:sp>
        <p:nvSpPr>
          <p:cNvPr id="41" name="Shape 39"/>
          <p:cNvSpPr/>
          <p:nvPr/>
        </p:nvSpPr>
        <p:spPr>
          <a:xfrm>
            <a:off x="10149840" y="822960"/>
            <a:ext cx="1051560" cy="1188720"/>
          </a:xfrm>
          <a:prstGeom prst="line">
            <a:avLst/>
          </a:prstGeom>
          <a:noFill/>
          <a:ln w="25400">
            <a:solidFill>
              <a:srgbClr val="2DD4BF">
                <a:alpha val="85000"/>
              </a:srgbClr>
            </a:solidFill>
            <a:prstDash val="solid"/>
          </a:ln>
        </p:spPr>
      </p:sp>
      <p:sp>
        <p:nvSpPr>
          <p:cNvPr id="42" name="Shape 40"/>
          <p:cNvSpPr/>
          <p:nvPr/>
        </p:nvSpPr>
        <p:spPr>
          <a:xfrm>
            <a:off x="8412480" y="1097280"/>
            <a:ext cx="822960" cy="1645920"/>
          </a:xfrm>
          <a:prstGeom prst="line">
            <a:avLst/>
          </a:prstGeom>
          <a:noFill/>
          <a:ln w="25400">
            <a:solidFill>
              <a:srgbClr val="2DD4BF">
                <a:alpha val="85000"/>
              </a:srgbClr>
            </a:solidFill>
            <a:prstDash val="solid"/>
          </a:ln>
        </p:spPr>
      </p:sp>
      <p:sp>
        <p:nvSpPr>
          <p:cNvPr id="43" name="Shape 41"/>
          <p:cNvSpPr/>
          <p:nvPr/>
        </p:nvSpPr>
        <p:spPr>
          <a:xfrm>
            <a:off x="9235440" y="2743200"/>
            <a:ext cx="1965960" cy="-731520"/>
          </a:xfrm>
          <a:prstGeom prst="line">
            <a:avLst/>
          </a:prstGeom>
          <a:noFill/>
          <a:ln w="25400">
            <a:solidFill>
              <a:srgbClr val="2DD4BF">
                <a:alpha val="85000"/>
              </a:srgbClr>
            </a:solidFill>
            <a:prstDash val="solid"/>
          </a:ln>
        </p:spPr>
      </p:sp>
      <p:sp>
        <p:nvSpPr>
          <p:cNvPr id="44" name="Shape 42"/>
          <p:cNvSpPr/>
          <p:nvPr/>
        </p:nvSpPr>
        <p:spPr>
          <a:xfrm>
            <a:off x="9235440" y="2743200"/>
            <a:ext cx="1737360" cy="1097280"/>
          </a:xfrm>
          <a:prstGeom prst="line">
            <a:avLst/>
          </a:prstGeom>
          <a:noFill/>
          <a:ln w="25400">
            <a:solidFill>
              <a:srgbClr val="2DD4BF">
                <a:alpha val="85000"/>
              </a:srgbClr>
            </a:solidFill>
            <a:prstDash val="solid"/>
          </a:ln>
        </p:spPr>
      </p:sp>
      <p:sp>
        <p:nvSpPr>
          <p:cNvPr id="45" name="Shape 43"/>
          <p:cNvSpPr/>
          <p:nvPr/>
        </p:nvSpPr>
        <p:spPr>
          <a:xfrm>
            <a:off x="9235440" y="2743200"/>
            <a:ext cx="640080" cy="2331720"/>
          </a:xfrm>
          <a:prstGeom prst="line">
            <a:avLst/>
          </a:prstGeom>
          <a:noFill/>
          <a:ln w="25400">
            <a:solidFill>
              <a:srgbClr val="2DD4BF">
                <a:alpha val="85000"/>
              </a:srgbClr>
            </a:solidFill>
            <a:prstDash val="solid"/>
          </a:ln>
        </p:spPr>
      </p:sp>
      <p:sp>
        <p:nvSpPr>
          <p:cNvPr id="46" name="Shape 44"/>
          <p:cNvSpPr/>
          <p:nvPr/>
        </p:nvSpPr>
        <p:spPr>
          <a:xfrm>
            <a:off x="9875520" y="5074920"/>
            <a:ext cx="1097280" cy="-1234440"/>
          </a:xfrm>
          <a:prstGeom prst="line">
            <a:avLst/>
          </a:prstGeom>
          <a:noFill/>
          <a:ln w="25400">
            <a:solidFill>
              <a:srgbClr val="2DD4BF">
                <a:alpha val="85000"/>
              </a:srgbClr>
            </a:solidFill>
            <a:prstDash val="solid"/>
          </a:ln>
        </p:spPr>
      </p:sp>
      <p:sp>
        <p:nvSpPr>
          <p:cNvPr id="47" name="Shape 45"/>
          <p:cNvSpPr/>
          <p:nvPr/>
        </p:nvSpPr>
        <p:spPr>
          <a:xfrm>
            <a:off x="9875520" y="5074920"/>
            <a:ext cx="-1645920" cy="411480"/>
          </a:xfrm>
          <a:prstGeom prst="line">
            <a:avLst/>
          </a:prstGeom>
          <a:noFill/>
          <a:ln w="25400">
            <a:solidFill>
              <a:srgbClr val="2DD4BF">
                <a:alpha val="85000"/>
              </a:srgbClr>
            </a:solidFill>
            <a:prstDash val="solid"/>
          </a:ln>
        </p:spPr>
      </p:sp>
      <p:sp>
        <p:nvSpPr>
          <p:cNvPr id="48" name="Shape 46"/>
          <p:cNvSpPr/>
          <p:nvPr/>
        </p:nvSpPr>
        <p:spPr>
          <a:xfrm>
            <a:off x="8330184" y="1014984"/>
            <a:ext cx="164592" cy="164592"/>
          </a:xfrm>
          <a:prstGeom prst="ellipse">
            <a:avLst/>
          </a:prstGeom>
          <a:solidFill>
            <a:srgbClr val="2DD4BF"/>
          </a:solidFill>
          <a:ln w="6350">
            <a:solidFill>
              <a:srgbClr val="F8FCFD"/>
            </a:solidFill>
            <a:prstDash val="solid"/>
          </a:ln>
        </p:spPr>
      </p:sp>
      <p:sp>
        <p:nvSpPr>
          <p:cNvPr id="49" name="Shape 47"/>
          <p:cNvSpPr/>
          <p:nvPr/>
        </p:nvSpPr>
        <p:spPr>
          <a:xfrm>
            <a:off x="10067544" y="740664"/>
            <a:ext cx="164592" cy="164592"/>
          </a:xfrm>
          <a:prstGeom prst="ellipse">
            <a:avLst/>
          </a:prstGeom>
          <a:solidFill>
            <a:srgbClr val="2DD4BF"/>
          </a:solidFill>
          <a:ln w="6350">
            <a:solidFill>
              <a:srgbClr val="F8FCFD"/>
            </a:solidFill>
            <a:prstDash val="solid"/>
          </a:ln>
        </p:spPr>
      </p:sp>
      <p:sp>
        <p:nvSpPr>
          <p:cNvPr id="50" name="Shape 48"/>
          <p:cNvSpPr/>
          <p:nvPr/>
        </p:nvSpPr>
        <p:spPr>
          <a:xfrm>
            <a:off x="11119104" y="1929384"/>
            <a:ext cx="164592" cy="164592"/>
          </a:xfrm>
          <a:prstGeom prst="ellipse">
            <a:avLst/>
          </a:prstGeom>
          <a:solidFill>
            <a:srgbClr val="B7F34A"/>
          </a:solidFill>
          <a:ln w="6350">
            <a:solidFill>
              <a:srgbClr val="F8FCFD"/>
            </a:solidFill>
            <a:prstDash val="solid"/>
          </a:ln>
        </p:spPr>
      </p:sp>
      <p:sp>
        <p:nvSpPr>
          <p:cNvPr id="51" name="Shape 49"/>
          <p:cNvSpPr/>
          <p:nvPr/>
        </p:nvSpPr>
        <p:spPr>
          <a:xfrm>
            <a:off x="9153144" y="2660904"/>
            <a:ext cx="164592" cy="164592"/>
          </a:xfrm>
          <a:prstGeom prst="ellipse">
            <a:avLst/>
          </a:prstGeom>
          <a:solidFill>
            <a:srgbClr val="2DD4BF"/>
          </a:solidFill>
          <a:ln w="6350">
            <a:solidFill>
              <a:srgbClr val="F8FCFD"/>
            </a:solidFill>
            <a:prstDash val="solid"/>
          </a:ln>
        </p:spPr>
      </p:sp>
      <p:sp>
        <p:nvSpPr>
          <p:cNvPr id="52" name="Shape 50"/>
          <p:cNvSpPr/>
          <p:nvPr/>
        </p:nvSpPr>
        <p:spPr>
          <a:xfrm>
            <a:off x="10890504" y="3758184"/>
            <a:ext cx="164592" cy="164592"/>
          </a:xfrm>
          <a:prstGeom prst="ellipse">
            <a:avLst/>
          </a:prstGeom>
          <a:solidFill>
            <a:srgbClr val="2DD4BF"/>
          </a:solidFill>
          <a:ln w="6350">
            <a:solidFill>
              <a:srgbClr val="F8FCFD"/>
            </a:solidFill>
            <a:prstDash val="solid"/>
          </a:ln>
        </p:spPr>
      </p:sp>
      <p:sp>
        <p:nvSpPr>
          <p:cNvPr id="53" name="Shape 51"/>
          <p:cNvSpPr/>
          <p:nvPr/>
        </p:nvSpPr>
        <p:spPr>
          <a:xfrm>
            <a:off x="9793224" y="4992624"/>
            <a:ext cx="164592" cy="164592"/>
          </a:xfrm>
          <a:prstGeom prst="ellipse">
            <a:avLst/>
          </a:prstGeom>
          <a:solidFill>
            <a:srgbClr val="B7F34A"/>
          </a:solidFill>
          <a:ln w="6350">
            <a:solidFill>
              <a:srgbClr val="F8FCFD"/>
            </a:solidFill>
            <a:prstDash val="solid"/>
          </a:ln>
        </p:spPr>
      </p:sp>
      <p:sp>
        <p:nvSpPr>
          <p:cNvPr id="54" name="Shape 52"/>
          <p:cNvSpPr/>
          <p:nvPr/>
        </p:nvSpPr>
        <p:spPr>
          <a:xfrm>
            <a:off x="8147304" y="5404104"/>
            <a:ext cx="164592" cy="164592"/>
          </a:xfrm>
          <a:prstGeom prst="ellipse">
            <a:avLst/>
          </a:prstGeom>
          <a:solidFill>
            <a:srgbClr val="2DD4BF"/>
          </a:solidFill>
          <a:ln w="6350">
            <a:solidFill>
              <a:srgbClr val="F8FCFD"/>
            </a:solidFill>
            <a:prstDash val="solid"/>
          </a:ln>
        </p:spPr>
      </p:sp>
      <p:sp>
        <p:nvSpPr>
          <p:cNvPr id="55" name="Shape 53"/>
          <p:cNvSpPr/>
          <p:nvPr/>
        </p:nvSpPr>
        <p:spPr>
          <a:xfrm>
            <a:off x="685800" y="3913632"/>
            <a:ext cx="235915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56" name="Shape 54"/>
          <p:cNvSpPr/>
          <p:nvPr/>
        </p:nvSpPr>
        <p:spPr>
          <a:xfrm>
            <a:off x="685800" y="3913632"/>
            <a:ext cx="73152" cy="1078992"/>
          </a:xfrm>
          <a:prstGeom prst="rect">
            <a:avLst/>
          </a:prstGeom>
          <a:solidFill>
            <a:srgbClr val="2DD4BF"/>
          </a:solidFill>
          <a:ln w="12700">
            <a:solidFill>
              <a:srgbClr val="2DD4BF">
                <a:alpha val="0"/>
              </a:srgbClr>
            </a:solidFill>
            <a:prstDash val="solid"/>
          </a:ln>
        </p:spPr>
      </p:sp>
      <p:sp>
        <p:nvSpPr>
          <p:cNvPr id="57" name="Shape 55"/>
          <p:cNvSpPr/>
          <p:nvPr/>
        </p:nvSpPr>
        <p:spPr>
          <a:xfrm>
            <a:off x="3255264" y="3913632"/>
            <a:ext cx="235915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58" name="Shape 56"/>
          <p:cNvSpPr/>
          <p:nvPr/>
        </p:nvSpPr>
        <p:spPr>
          <a:xfrm>
            <a:off x="3255264" y="3913632"/>
            <a:ext cx="73152" cy="1078992"/>
          </a:xfrm>
          <a:prstGeom prst="rect">
            <a:avLst/>
          </a:prstGeom>
          <a:solidFill>
            <a:srgbClr val="B7F34A"/>
          </a:solidFill>
          <a:ln w="12700">
            <a:solidFill>
              <a:srgbClr val="B7F34A">
                <a:alpha val="0"/>
              </a:srgbClr>
            </a:solidFill>
            <a:prstDash val="solid"/>
          </a:ln>
        </p:spPr>
      </p:sp>
      <p:pic>
        <p:nvPicPr>
          <p:cNvPr id="60" name="Image 0" descr="preencoded.png">    </p:cNvPr>
          <p:cNvPicPr>
            <a:picLocks noChangeAspect="1"/>
          </p:cNvPicPr>
          <p:nvPr/>
        </p:nvPicPr>
        <p:blipFill>
          <a:blip r:embed="rId1"/>
          <a:stretch>
            <a:fillRect/>
          </a:stretch>
        </p:blipFill>
        <p:spPr>
          <a:xfrm>
            <a:off x="658368" y="960120"/>
            <a:ext cx="6903720" cy="1463040"/>
          </a:xfrm>
          <a:prstGeom prst="rect">
            <a:avLst/>
          </a:prstGeom>
        </p:spPr>
      </p:pic>
      <p:pic>
        <p:nvPicPr>
          <p:cNvPr id="61" name="Image 1" descr="preencoded.png">    </p:cNvPr>
          <p:cNvPicPr>
            <a:picLocks noChangeAspect="1"/>
          </p:cNvPicPr>
          <p:nvPr/>
        </p:nvPicPr>
        <p:blipFill>
          <a:blip r:embed="rId2"/>
          <a:stretch>
            <a:fillRect/>
          </a:stretch>
        </p:blipFill>
        <p:spPr>
          <a:xfrm>
            <a:off x="685800" y="2633472"/>
            <a:ext cx="6309360" cy="411480"/>
          </a:xfrm>
          <a:prstGeom prst="rect">
            <a:avLst/>
          </a:prstGeom>
        </p:spPr>
      </p:pic>
      <p:pic>
        <p:nvPicPr>
          <p:cNvPr id="62" name="Image 2" descr="preencoded.png">    </p:cNvPr>
          <p:cNvPicPr>
            <a:picLocks noChangeAspect="1"/>
          </p:cNvPicPr>
          <p:nvPr/>
        </p:nvPicPr>
        <p:blipFill>
          <a:blip r:embed="rId3"/>
          <a:stretch>
            <a:fillRect/>
          </a:stretch>
        </p:blipFill>
        <p:spPr>
          <a:xfrm>
            <a:off x="685800" y="3163824"/>
            <a:ext cx="6080760" cy="292608"/>
          </a:xfrm>
          <a:prstGeom prst="rect">
            <a:avLst/>
          </a:prstGeom>
        </p:spPr>
      </p:pic>
      <p:pic>
        <p:nvPicPr>
          <p:cNvPr id="63" name="Image 3" descr="preencoded.png">    </p:cNvPr>
          <p:cNvPicPr>
            <a:picLocks noChangeAspect="1"/>
          </p:cNvPicPr>
          <p:nvPr/>
        </p:nvPicPr>
        <p:blipFill>
          <a:blip r:embed="rId4"/>
          <a:stretch>
            <a:fillRect/>
          </a:stretch>
        </p:blipFill>
        <p:spPr>
          <a:xfrm>
            <a:off x="886968" y="4023360"/>
            <a:ext cx="2011680" cy="210312"/>
          </a:xfrm>
          <a:prstGeom prst="rect">
            <a:avLst/>
          </a:prstGeom>
        </p:spPr>
      </p:pic>
      <p:pic>
        <p:nvPicPr>
          <p:cNvPr id="64" name="Image 4" descr="preencoded.png">    </p:cNvPr>
          <p:cNvPicPr>
            <a:picLocks noChangeAspect="1"/>
          </p:cNvPicPr>
          <p:nvPr/>
        </p:nvPicPr>
        <p:blipFill>
          <a:blip r:embed="rId5"/>
          <a:stretch>
            <a:fillRect/>
          </a:stretch>
        </p:blipFill>
        <p:spPr>
          <a:xfrm>
            <a:off x="868680" y="4251960"/>
            <a:ext cx="2039112" cy="438912"/>
          </a:xfrm>
          <a:prstGeom prst="rect">
            <a:avLst/>
          </a:prstGeom>
        </p:spPr>
      </p:pic>
      <p:pic>
        <p:nvPicPr>
          <p:cNvPr id="65" name="Image 5" descr="preencoded.png">    </p:cNvPr>
          <p:cNvPicPr>
            <a:picLocks noChangeAspect="1"/>
          </p:cNvPicPr>
          <p:nvPr/>
        </p:nvPicPr>
        <p:blipFill>
          <a:blip r:embed="rId6"/>
          <a:stretch>
            <a:fillRect/>
          </a:stretch>
        </p:blipFill>
        <p:spPr>
          <a:xfrm>
            <a:off x="886968" y="4718304"/>
            <a:ext cx="2011680" cy="164592"/>
          </a:xfrm>
          <a:prstGeom prst="rect">
            <a:avLst/>
          </a:prstGeom>
        </p:spPr>
      </p:pic>
      <p:pic>
        <p:nvPicPr>
          <p:cNvPr id="66" name="Image 6" descr="preencoded.png">    </p:cNvPr>
          <p:cNvPicPr>
            <a:picLocks noChangeAspect="1"/>
          </p:cNvPicPr>
          <p:nvPr/>
        </p:nvPicPr>
        <p:blipFill>
          <a:blip r:embed="rId7"/>
          <a:stretch>
            <a:fillRect/>
          </a:stretch>
        </p:blipFill>
        <p:spPr>
          <a:xfrm>
            <a:off x="3456432" y="4023360"/>
            <a:ext cx="2011680" cy="210312"/>
          </a:xfrm>
          <a:prstGeom prst="rect">
            <a:avLst/>
          </a:prstGeom>
        </p:spPr>
      </p:pic>
      <p:pic>
        <p:nvPicPr>
          <p:cNvPr id="67" name="Image 7" descr="preencoded.png">    </p:cNvPr>
          <p:cNvPicPr>
            <a:picLocks noChangeAspect="1"/>
          </p:cNvPicPr>
          <p:nvPr/>
        </p:nvPicPr>
        <p:blipFill>
          <a:blip r:embed="rId8"/>
          <a:stretch>
            <a:fillRect/>
          </a:stretch>
        </p:blipFill>
        <p:spPr>
          <a:xfrm>
            <a:off x="3438144" y="4251960"/>
            <a:ext cx="2039112" cy="438912"/>
          </a:xfrm>
          <a:prstGeom prst="rect">
            <a:avLst/>
          </a:prstGeom>
        </p:spPr>
      </p:pic>
      <p:pic>
        <p:nvPicPr>
          <p:cNvPr id="68" name="Image 8" descr="preencoded.png">    </p:cNvPr>
          <p:cNvPicPr>
            <a:picLocks noChangeAspect="1"/>
          </p:cNvPicPr>
          <p:nvPr/>
        </p:nvPicPr>
        <p:blipFill>
          <a:blip r:embed="rId9"/>
          <a:stretch>
            <a:fillRect/>
          </a:stretch>
        </p:blipFill>
        <p:spPr>
          <a:xfrm>
            <a:off x="3456432" y="4718304"/>
            <a:ext cx="2011680" cy="164592"/>
          </a:xfrm>
          <a:prstGeom prst="rect">
            <a:avLst/>
          </a:prstGeom>
        </p:spPr>
      </p:pic>
      <p:pic>
        <p:nvPicPr>
          <p:cNvPr id="69" name="Image 9" descr="preencoded.png">    </p:cNvPr>
          <p:cNvPicPr>
            <a:picLocks noChangeAspect="1"/>
          </p:cNvPicPr>
          <p:nvPr/>
        </p:nvPicPr>
        <p:blipFill>
          <a:blip r:embed="rId10"/>
          <a:stretch>
            <a:fillRect/>
          </a:stretch>
        </p:blipFill>
        <p:spPr>
          <a:xfrm>
            <a:off x="704088" y="5623560"/>
            <a:ext cx="3474720" cy="292608"/>
          </a:xfrm>
          <a:prstGeom prst="rect">
            <a:avLst/>
          </a:prstGeom>
        </p:spPr>
      </p:pic>
      <p:pic>
        <p:nvPicPr>
          <p:cNvPr id="70" name="Image 10" descr="preencoded.png">    </p:cNvPr>
          <p:cNvPicPr>
            <a:picLocks noChangeAspect="1"/>
          </p:cNvPicPr>
          <p:nvPr/>
        </p:nvPicPr>
        <p:blipFill>
          <a:blip r:embed="rId11"/>
          <a:stretch>
            <a:fillRect/>
          </a:stretch>
        </p:blipFill>
        <p:spPr>
          <a:xfrm>
            <a:off x="704088" y="5980176"/>
            <a:ext cx="5303520" cy="2194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594360" y="1417320"/>
            <a:ext cx="3246120" cy="3474720"/>
          </a:xfrm>
          <a:prstGeom prst="roundRect">
            <a:avLst>
              <a:gd name="adj" fmla="val 1690"/>
            </a:avLst>
          </a:prstGeom>
          <a:solidFill>
            <a:srgbClr val="FFFFFF"/>
          </a:solidFill>
          <a:ln w="12700">
            <a:solidFill>
              <a:srgbClr val="CADCE1"/>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1097280" y="2834640"/>
            <a:ext cx="2240280" cy="1097280"/>
          </a:xfrm>
          <a:prstGeom prst="ellipse">
            <a:avLst/>
          </a:prstGeom>
          <a:solidFill>
            <a:srgbClr val="2DD4BF">
              <a:alpha val="88000"/>
            </a:srgbClr>
          </a:solidFill>
          <a:ln w="19050">
            <a:solidFill>
              <a:srgbClr val="0E8F87"/>
            </a:solidFill>
            <a:prstDash val="solid"/>
          </a:ln>
        </p:spPr>
      </p:sp>
      <p:sp>
        <p:nvSpPr>
          <p:cNvPr id="41" name="Shape 39"/>
          <p:cNvSpPr/>
          <p:nvPr/>
        </p:nvSpPr>
        <p:spPr>
          <a:xfrm>
            <a:off x="4087368" y="2834640"/>
            <a:ext cx="548640" cy="310896"/>
          </a:xfrm>
          <a:prstGeom prst="chevron">
            <a:avLst/>
          </a:prstGeom>
          <a:solidFill>
            <a:srgbClr val="FF8A4C"/>
          </a:solidFill>
          <a:ln w="12700">
            <a:solidFill>
              <a:srgbClr val="FF8A4C">
                <a:alpha val="0"/>
              </a:srgbClr>
            </a:solidFill>
            <a:prstDash val="solid"/>
          </a:ln>
        </p:spPr>
      </p:sp>
      <p:sp>
        <p:nvSpPr>
          <p:cNvPr id="42" name="Shape 40"/>
          <p:cNvSpPr/>
          <p:nvPr/>
        </p:nvSpPr>
        <p:spPr>
          <a:xfrm>
            <a:off x="4800600" y="1417320"/>
            <a:ext cx="3246120" cy="3474720"/>
          </a:xfrm>
          <a:prstGeom prst="roundRect">
            <a:avLst>
              <a:gd name="adj" fmla="val 1690"/>
            </a:avLst>
          </a:prstGeom>
          <a:solidFill>
            <a:srgbClr val="FFFFFF"/>
          </a:solidFill>
          <a:ln w="12700">
            <a:solidFill>
              <a:srgbClr val="CADCE1"/>
            </a:solidFill>
            <a:prstDash val="solid"/>
          </a:ln>
          <a:effectLst>
            <a:outerShdw sx="100000" sy="100000" kx="0" ky="0" algn="bl" rotWithShape="0" blurRad="12700" dist="50800" dir="2700000">
              <a:srgbClr val="000000">
                <a:alpha val="13000"/>
              </a:srgbClr>
            </a:outerShdw>
          </a:effectLst>
        </p:spPr>
      </p:sp>
      <p:sp>
        <p:nvSpPr>
          <p:cNvPr id="43" name="Shape 41"/>
          <p:cNvSpPr/>
          <p:nvPr/>
        </p:nvSpPr>
        <p:spPr>
          <a:xfrm>
            <a:off x="5285232" y="2770632"/>
            <a:ext cx="1078992" cy="1078992"/>
          </a:xfrm>
          <a:prstGeom prst="ellipse">
            <a:avLst/>
          </a:prstGeom>
          <a:solidFill>
            <a:srgbClr val="2DD4BF">
              <a:alpha val="88000"/>
            </a:srgbClr>
          </a:solidFill>
          <a:ln w="15240">
            <a:solidFill>
              <a:srgbClr val="0E8F87"/>
            </a:solidFill>
            <a:prstDash val="solid"/>
          </a:ln>
        </p:spPr>
      </p:sp>
      <p:sp>
        <p:nvSpPr>
          <p:cNvPr id="44" name="Shape 42"/>
          <p:cNvSpPr/>
          <p:nvPr/>
        </p:nvSpPr>
        <p:spPr>
          <a:xfrm>
            <a:off x="6080760" y="3182112"/>
            <a:ext cx="1261872" cy="1261872"/>
          </a:xfrm>
          <a:prstGeom prst="ellipse">
            <a:avLst/>
          </a:prstGeom>
          <a:solidFill>
            <a:srgbClr val="FF5E68">
              <a:alpha val="92000"/>
            </a:srgbClr>
          </a:solidFill>
          <a:ln w="15240">
            <a:solidFill>
              <a:srgbClr val="FF5E68"/>
            </a:solidFill>
            <a:prstDash val="solid"/>
          </a:ln>
        </p:spPr>
      </p:sp>
      <p:sp>
        <p:nvSpPr>
          <p:cNvPr id="45" name="Shape 43"/>
          <p:cNvSpPr/>
          <p:nvPr/>
        </p:nvSpPr>
        <p:spPr>
          <a:xfrm>
            <a:off x="8366760" y="1417320"/>
            <a:ext cx="3182112" cy="3474720"/>
          </a:xfrm>
          <a:prstGeom prst="roundRect">
            <a:avLst>
              <a:gd name="adj" fmla="val 1724"/>
            </a:avLst>
          </a:prstGeom>
          <a:solidFill>
            <a:srgbClr val="081522"/>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8622792" y="4187952"/>
            <a:ext cx="265176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7" name="Shape 45"/>
          <p:cNvSpPr/>
          <p:nvPr/>
        </p:nvSpPr>
        <p:spPr>
          <a:xfrm>
            <a:off x="8622792" y="4187952"/>
            <a:ext cx="73152" cy="1078992"/>
          </a:xfrm>
          <a:prstGeom prst="rect">
            <a:avLst/>
          </a:prstGeom>
          <a:solidFill>
            <a:srgbClr val="FF8A4C"/>
          </a:solidFill>
          <a:ln w="12700">
            <a:solidFill>
              <a:srgbClr val="FF8A4C">
                <a:alpha val="0"/>
              </a:srgbClr>
            </a:solidFill>
            <a:prstDash val="solid"/>
          </a:ln>
        </p:spPr>
      </p:sp>
      <p:sp>
        <p:nvSpPr>
          <p:cNvPr id="48" name="Shape 46"/>
          <p:cNvSpPr/>
          <p:nvPr/>
        </p:nvSpPr>
        <p:spPr>
          <a:xfrm>
            <a:off x="3639312" y="5349240"/>
            <a:ext cx="4800600" cy="310896"/>
          </a:xfrm>
          <a:prstGeom prst="roundRect">
            <a:avLst/>
          </a:prstGeom>
          <a:solidFill>
            <a:srgbClr val="0E8F87">
              <a:alpha val="28000"/>
            </a:srgbClr>
          </a:solidFill>
          <a:ln w="12700">
            <a:solidFill>
              <a:srgbClr val="0E8F87"/>
            </a:solidFill>
            <a:prstDash val="solid"/>
          </a:ln>
        </p:spPr>
      </p:sp>
      <p:pic>
        <p:nvPicPr>
          <p:cNvPr id="50"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1"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2"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3"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4" name="Image 4" descr="preencoded.png">    </p:cNvPr>
          <p:cNvPicPr>
            <a:picLocks noChangeAspect="1"/>
          </p:cNvPicPr>
          <p:nvPr/>
        </p:nvPicPr>
        <p:blipFill>
          <a:blip r:embed="rId5"/>
          <a:stretch>
            <a:fillRect/>
          </a:stretch>
        </p:blipFill>
        <p:spPr>
          <a:xfrm>
            <a:off x="850392" y="1673352"/>
            <a:ext cx="914400" cy="228600"/>
          </a:xfrm>
          <a:prstGeom prst="rect">
            <a:avLst/>
          </a:prstGeom>
        </p:spPr>
      </p:pic>
      <p:pic>
        <p:nvPicPr>
          <p:cNvPr id="55" name="Image 5" descr="preencoded.png">    </p:cNvPr>
          <p:cNvPicPr>
            <a:picLocks noChangeAspect="1"/>
          </p:cNvPicPr>
          <p:nvPr/>
        </p:nvPicPr>
        <p:blipFill>
          <a:blip r:embed="rId6"/>
          <a:stretch>
            <a:fillRect/>
          </a:stretch>
        </p:blipFill>
        <p:spPr>
          <a:xfrm>
            <a:off x="841248" y="2029968"/>
            <a:ext cx="2377440" cy="548640"/>
          </a:xfrm>
          <a:prstGeom prst="rect">
            <a:avLst/>
          </a:prstGeom>
        </p:spPr>
      </p:pic>
      <p:pic>
        <p:nvPicPr>
          <p:cNvPr id="56" name="Image 6" descr="preencoded.png">    </p:cNvPr>
          <p:cNvPicPr>
            <a:picLocks noChangeAspect="1"/>
          </p:cNvPicPr>
          <p:nvPr/>
        </p:nvPicPr>
        <p:blipFill>
          <a:blip r:embed="rId7"/>
          <a:stretch>
            <a:fillRect/>
          </a:stretch>
        </p:blipFill>
        <p:spPr>
          <a:xfrm>
            <a:off x="2560320" y="2249424"/>
            <a:ext cx="822960" cy="201168"/>
          </a:xfrm>
          <a:prstGeom prst="rect">
            <a:avLst/>
          </a:prstGeom>
        </p:spPr>
      </p:pic>
      <p:pic>
        <p:nvPicPr>
          <p:cNvPr id="57" name="Image 7" descr="preencoded.png">    </p:cNvPr>
          <p:cNvPicPr>
            <a:picLocks noChangeAspect="1"/>
          </p:cNvPicPr>
          <p:nvPr/>
        </p:nvPicPr>
        <p:blipFill>
          <a:blip r:embed="rId8"/>
          <a:stretch>
            <a:fillRect/>
          </a:stretch>
        </p:blipFill>
        <p:spPr>
          <a:xfrm>
            <a:off x="1225296" y="3172968"/>
            <a:ext cx="1975104" cy="320040"/>
          </a:xfrm>
          <a:prstGeom prst="rect">
            <a:avLst/>
          </a:prstGeom>
        </p:spPr>
      </p:pic>
      <p:pic>
        <p:nvPicPr>
          <p:cNvPr id="58" name="Image 8" descr="preencoded.png">    </p:cNvPr>
          <p:cNvPicPr>
            <a:picLocks noChangeAspect="1"/>
          </p:cNvPicPr>
          <p:nvPr/>
        </p:nvPicPr>
        <p:blipFill>
          <a:blip r:embed="rId9"/>
          <a:stretch>
            <a:fillRect/>
          </a:stretch>
        </p:blipFill>
        <p:spPr>
          <a:xfrm>
            <a:off x="850392" y="4251960"/>
            <a:ext cx="2651760" cy="256032"/>
          </a:xfrm>
          <a:prstGeom prst="rect">
            <a:avLst/>
          </a:prstGeom>
        </p:spPr>
      </p:pic>
      <p:pic>
        <p:nvPicPr>
          <p:cNvPr id="59" name="Image 9" descr="preencoded.png">    </p:cNvPr>
          <p:cNvPicPr>
            <a:picLocks noChangeAspect="1"/>
          </p:cNvPicPr>
          <p:nvPr/>
        </p:nvPicPr>
        <p:blipFill>
          <a:blip r:embed="rId10"/>
          <a:stretch>
            <a:fillRect/>
          </a:stretch>
        </p:blipFill>
        <p:spPr>
          <a:xfrm>
            <a:off x="5047488" y="1673352"/>
            <a:ext cx="914400" cy="228600"/>
          </a:xfrm>
          <a:prstGeom prst="rect">
            <a:avLst/>
          </a:prstGeom>
        </p:spPr>
      </p:pic>
      <p:pic>
        <p:nvPicPr>
          <p:cNvPr id="60" name="Image 10" descr="preencoded.png">    </p:cNvPr>
          <p:cNvPicPr>
            <a:picLocks noChangeAspect="1"/>
          </p:cNvPicPr>
          <p:nvPr/>
        </p:nvPicPr>
        <p:blipFill>
          <a:blip r:embed="rId11"/>
          <a:stretch>
            <a:fillRect/>
          </a:stretch>
        </p:blipFill>
        <p:spPr>
          <a:xfrm>
            <a:off x="5038344" y="2029968"/>
            <a:ext cx="2377440" cy="548640"/>
          </a:xfrm>
          <a:prstGeom prst="rect">
            <a:avLst/>
          </a:prstGeom>
        </p:spPr>
      </p:pic>
      <p:pic>
        <p:nvPicPr>
          <p:cNvPr id="61" name="Image 11" descr="preencoded.png">    </p:cNvPr>
          <p:cNvPicPr>
            <a:picLocks noChangeAspect="1"/>
          </p:cNvPicPr>
          <p:nvPr/>
        </p:nvPicPr>
        <p:blipFill>
          <a:blip r:embed="rId12"/>
          <a:stretch>
            <a:fillRect/>
          </a:stretch>
        </p:blipFill>
        <p:spPr>
          <a:xfrm>
            <a:off x="6702552" y="2249424"/>
            <a:ext cx="822960" cy="201168"/>
          </a:xfrm>
          <a:prstGeom prst="rect">
            <a:avLst/>
          </a:prstGeom>
        </p:spPr>
      </p:pic>
      <p:pic>
        <p:nvPicPr>
          <p:cNvPr id="62" name="Image 12" descr="preencoded.png">    </p:cNvPr>
          <p:cNvPicPr>
            <a:picLocks noChangeAspect="1"/>
          </p:cNvPicPr>
          <p:nvPr/>
        </p:nvPicPr>
        <p:blipFill>
          <a:blip r:embed="rId13"/>
          <a:stretch>
            <a:fillRect/>
          </a:stretch>
        </p:blipFill>
        <p:spPr>
          <a:xfrm>
            <a:off x="5349240" y="3099816"/>
            <a:ext cx="914400" cy="228600"/>
          </a:xfrm>
          <a:prstGeom prst="rect">
            <a:avLst/>
          </a:prstGeom>
        </p:spPr>
      </p:pic>
      <p:pic>
        <p:nvPicPr>
          <p:cNvPr id="63" name="Image 13" descr="preencoded.png">    </p:cNvPr>
          <p:cNvPicPr>
            <a:picLocks noChangeAspect="1"/>
          </p:cNvPicPr>
          <p:nvPr/>
        </p:nvPicPr>
        <p:blipFill>
          <a:blip r:embed="rId14"/>
          <a:stretch>
            <a:fillRect/>
          </a:stretch>
        </p:blipFill>
        <p:spPr>
          <a:xfrm>
            <a:off x="6236208" y="3602736"/>
            <a:ext cx="914400" cy="228600"/>
          </a:xfrm>
          <a:prstGeom prst="rect">
            <a:avLst/>
          </a:prstGeom>
        </p:spPr>
      </p:pic>
      <p:pic>
        <p:nvPicPr>
          <p:cNvPr id="64" name="Image 14" descr="preencoded.png">    </p:cNvPr>
          <p:cNvPicPr>
            <a:picLocks noChangeAspect="1"/>
          </p:cNvPicPr>
          <p:nvPr/>
        </p:nvPicPr>
        <p:blipFill>
          <a:blip r:embed="rId15"/>
          <a:stretch>
            <a:fillRect/>
          </a:stretch>
        </p:blipFill>
        <p:spPr>
          <a:xfrm>
            <a:off x="8659368" y="1709928"/>
            <a:ext cx="2011680" cy="274320"/>
          </a:xfrm>
          <a:prstGeom prst="rect">
            <a:avLst/>
          </a:prstGeom>
        </p:spPr>
      </p:pic>
      <p:pic>
        <p:nvPicPr>
          <p:cNvPr id="65" name="Image 15" descr="preencoded.png">    </p:cNvPr>
          <p:cNvPicPr>
            <a:picLocks noChangeAspect="1"/>
          </p:cNvPicPr>
          <p:nvPr/>
        </p:nvPicPr>
        <p:blipFill>
          <a:blip r:embed="rId16"/>
          <a:stretch>
            <a:fillRect/>
          </a:stretch>
        </p:blipFill>
        <p:spPr>
          <a:xfrm>
            <a:off x="8641080" y="2157984"/>
            <a:ext cx="2578608" cy="914400"/>
          </a:xfrm>
          <a:prstGeom prst="rect">
            <a:avLst/>
          </a:prstGeom>
        </p:spPr>
      </p:pic>
      <p:pic>
        <p:nvPicPr>
          <p:cNvPr id="66" name="Image 16" descr="preencoded.png">    </p:cNvPr>
          <p:cNvPicPr>
            <a:picLocks noChangeAspect="1"/>
          </p:cNvPicPr>
          <p:nvPr/>
        </p:nvPicPr>
        <p:blipFill>
          <a:blip r:embed="rId17"/>
          <a:stretch>
            <a:fillRect/>
          </a:stretch>
        </p:blipFill>
        <p:spPr>
          <a:xfrm>
            <a:off x="8659368" y="3355848"/>
            <a:ext cx="2487168" cy="713232"/>
          </a:xfrm>
          <a:prstGeom prst="rect">
            <a:avLst/>
          </a:prstGeom>
        </p:spPr>
      </p:pic>
      <p:pic>
        <p:nvPicPr>
          <p:cNvPr id="67" name="Image 17" descr="preencoded.png">    </p:cNvPr>
          <p:cNvPicPr>
            <a:picLocks noChangeAspect="1"/>
          </p:cNvPicPr>
          <p:nvPr/>
        </p:nvPicPr>
        <p:blipFill>
          <a:blip r:embed="rId18"/>
          <a:stretch>
            <a:fillRect/>
          </a:stretch>
        </p:blipFill>
        <p:spPr>
          <a:xfrm>
            <a:off x="8823960" y="4297680"/>
            <a:ext cx="2304288" cy="210312"/>
          </a:xfrm>
          <a:prstGeom prst="rect">
            <a:avLst/>
          </a:prstGeom>
        </p:spPr>
      </p:pic>
      <p:pic>
        <p:nvPicPr>
          <p:cNvPr id="68" name="Image 18" descr="preencoded.png">    </p:cNvPr>
          <p:cNvPicPr>
            <a:picLocks noChangeAspect="1"/>
          </p:cNvPicPr>
          <p:nvPr/>
        </p:nvPicPr>
        <p:blipFill>
          <a:blip r:embed="rId19"/>
          <a:stretch>
            <a:fillRect/>
          </a:stretch>
        </p:blipFill>
        <p:spPr>
          <a:xfrm>
            <a:off x="8805672" y="4526280"/>
            <a:ext cx="2331720" cy="438912"/>
          </a:xfrm>
          <a:prstGeom prst="rect">
            <a:avLst/>
          </a:prstGeom>
        </p:spPr>
      </p:pic>
      <p:pic>
        <p:nvPicPr>
          <p:cNvPr id="69" name="Image 19" descr="preencoded.png">    </p:cNvPr>
          <p:cNvPicPr>
            <a:picLocks noChangeAspect="1"/>
          </p:cNvPicPr>
          <p:nvPr/>
        </p:nvPicPr>
        <p:blipFill>
          <a:blip r:embed="rId20"/>
          <a:stretch>
            <a:fillRect/>
          </a:stretch>
        </p:blipFill>
        <p:spPr>
          <a:xfrm>
            <a:off x="8823960" y="4992624"/>
            <a:ext cx="2304288" cy="164592"/>
          </a:xfrm>
          <a:prstGeom prst="rect">
            <a:avLst/>
          </a:prstGeom>
        </p:spPr>
      </p:pic>
      <p:pic>
        <p:nvPicPr>
          <p:cNvPr id="70" name="Image 20" descr="preencoded.png">    </p:cNvPr>
          <p:cNvPicPr>
            <a:picLocks noChangeAspect="1"/>
          </p:cNvPicPr>
          <p:nvPr/>
        </p:nvPicPr>
        <p:blipFill>
          <a:blip r:embed="rId21"/>
          <a:stretch>
            <a:fillRect/>
          </a:stretch>
        </p:blipFill>
        <p:spPr>
          <a:xfrm>
            <a:off x="3685032" y="5376672"/>
            <a:ext cx="4709160" cy="2468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566928" y="1508760"/>
            <a:ext cx="2011680" cy="3319272"/>
          </a:xfrm>
          <a:prstGeom prst="roundRect">
            <a:avLst>
              <a:gd name="adj" fmla="val 2727"/>
            </a:avLst>
          </a:prstGeom>
          <a:solidFill>
            <a:srgbClr val="10263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1124712" y="1810512"/>
            <a:ext cx="896112" cy="896112"/>
          </a:xfrm>
          <a:prstGeom prst="ellipse">
            <a:avLst/>
          </a:prstGeom>
          <a:solidFill>
            <a:srgbClr val="FF8A4C">
              <a:alpha val="92000"/>
            </a:srgbClr>
          </a:solidFill>
          <a:ln w="12700">
            <a:solidFill>
              <a:srgbClr val="F8FCFD">
                <a:alpha val="50000"/>
              </a:srgbClr>
            </a:solidFill>
            <a:prstDash val="solid"/>
          </a:ln>
        </p:spPr>
      </p:sp>
      <p:sp>
        <p:nvSpPr>
          <p:cNvPr id="41" name="Shape 39"/>
          <p:cNvSpPr/>
          <p:nvPr/>
        </p:nvSpPr>
        <p:spPr>
          <a:xfrm>
            <a:off x="2834640" y="1508760"/>
            <a:ext cx="2011680" cy="3319272"/>
          </a:xfrm>
          <a:prstGeom prst="roundRect">
            <a:avLst>
              <a:gd name="adj" fmla="val 2727"/>
            </a:avLst>
          </a:prstGeom>
          <a:solidFill>
            <a:srgbClr val="17344A"/>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2" name="Shape 40"/>
          <p:cNvSpPr/>
          <p:nvPr/>
        </p:nvSpPr>
        <p:spPr>
          <a:xfrm>
            <a:off x="3392424" y="1810512"/>
            <a:ext cx="896112" cy="896112"/>
          </a:xfrm>
          <a:prstGeom prst="ellipse">
            <a:avLst/>
          </a:prstGeom>
          <a:solidFill>
            <a:srgbClr val="FF5E68">
              <a:alpha val="92000"/>
            </a:srgbClr>
          </a:solidFill>
          <a:ln w="12700">
            <a:solidFill>
              <a:srgbClr val="F8FCFD">
                <a:alpha val="50000"/>
              </a:srgbClr>
            </a:solidFill>
            <a:prstDash val="solid"/>
          </a:ln>
        </p:spPr>
      </p:sp>
      <p:sp>
        <p:nvSpPr>
          <p:cNvPr id="43" name="Shape 41"/>
          <p:cNvSpPr/>
          <p:nvPr/>
        </p:nvSpPr>
        <p:spPr>
          <a:xfrm>
            <a:off x="5102352" y="1508760"/>
            <a:ext cx="2011680" cy="3319272"/>
          </a:xfrm>
          <a:prstGeom prst="roundRect">
            <a:avLst>
              <a:gd name="adj" fmla="val 2727"/>
            </a:avLst>
          </a:prstGeom>
          <a:solidFill>
            <a:srgbClr val="10263A"/>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44" name="Shape 42"/>
          <p:cNvSpPr/>
          <p:nvPr/>
        </p:nvSpPr>
        <p:spPr>
          <a:xfrm>
            <a:off x="5660136" y="1810512"/>
            <a:ext cx="896112" cy="896112"/>
          </a:xfrm>
          <a:prstGeom prst="ellipse">
            <a:avLst/>
          </a:prstGeom>
          <a:solidFill>
            <a:srgbClr val="B7F34A">
              <a:alpha val="92000"/>
            </a:srgbClr>
          </a:solidFill>
          <a:ln w="12700">
            <a:solidFill>
              <a:srgbClr val="F8FCFD">
                <a:alpha val="50000"/>
              </a:srgbClr>
            </a:solidFill>
            <a:prstDash val="solid"/>
          </a:ln>
        </p:spPr>
      </p:sp>
      <p:sp>
        <p:nvSpPr>
          <p:cNvPr id="45" name="Shape 43"/>
          <p:cNvSpPr/>
          <p:nvPr/>
        </p:nvSpPr>
        <p:spPr>
          <a:xfrm>
            <a:off x="7370064" y="1508760"/>
            <a:ext cx="2011680" cy="3319272"/>
          </a:xfrm>
          <a:prstGeom prst="roundRect">
            <a:avLst>
              <a:gd name="adj" fmla="val 2727"/>
            </a:avLst>
          </a:prstGeom>
          <a:solidFill>
            <a:srgbClr val="17344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7927848" y="1810512"/>
            <a:ext cx="896112" cy="896112"/>
          </a:xfrm>
          <a:prstGeom prst="ellipse">
            <a:avLst/>
          </a:prstGeom>
          <a:solidFill>
            <a:srgbClr val="2DD4BF">
              <a:alpha val="92000"/>
            </a:srgbClr>
          </a:solidFill>
          <a:ln w="12700">
            <a:solidFill>
              <a:srgbClr val="F8FCFD">
                <a:alpha val="50000"/>
              </a:srgbClr>
            </a:solidFill>
            <a:prstDash val="solid"/>
          </a:ln>
        </p:spPr>
      </p:sp>
      <p:sp>
        <p:nvSpPr>
          <p:cNvPr id="47" name="Shape 45"/>
          <p:cNvSpPr/>
          <p:nvPr/>
        </p:nvSpPr>
        <p:spPr>
          <a:xfrm>
            <a:off x="9637776" y="1508760"/>
            <a:ext cx="2011680" cy="3319272"/>
          </a:xfrm>
          <a:prstGeom prst="roundRect">
            <a:avLst>
              <a:gd name="adj" fmla="val 2727"/>
            </a:avLst>
          </a:prstGeom>
          <a:solidFill>
            <a:srgbClr val="10263A"/>
          </a:solidFill>
          <a:ln w="12700">
            <a:solidFill>
              <a:srgbClr val="65A7FF"/>
            </a:solidFill>
            <a:prstDash val="solid"/>
          </a:ln>
          <a:effectLst>
            <a:outerShdw sx="100000" sy="100000" kx="0" ky="0" algn="bl" rotWithShape="0" blurRad="12700" dist="50800" dir="2700000">
              <a:srgbClr val="000000">
                <a:alpha val="13000"/>
              </a:srgbClr>
            </a:outerShdw>
          </a:effectLst>
        </p:spPr>
      </p:sp>
      <p:sp>
        <p:nvSpPr>
          <p:cNvPr id="48" name="Shape 46"/>
          <p:cNvSpPr/>
          <p:nvPr/>
        </p:nvSpPr>
        <p:spPr>
          <a:xfrm>
            <a:off x="10195560" y="1810512"/>
            <a:ext cx="896112" cy="896112"/>
          </a:xfrm>
          <a:prstGeom prst="ellipse">
            <a:avLst/>
          </a:prstGeom>
          <a:solidFill>
            <a:srgbClr val="65A7FF">
              <a:alpha val="92000"/>
            </a:srgbClr>
          </a:solidFill>
          <a:ln w="12700">
            <a:solidFill>
              <a:srgbClr val="F8FCFD">
                <a:alpha val="50000"/>
              </a:srgbClr>
            </a:solidFill>
            <a:prstDash val="solid"/>
          </a:ln>
        </p:spPr>
      </p:sp>
      <p:sp>
        <p:nvSpPr>
          <p:cNvPr id="49" name="Shape 47"/>
          <p:cNvSpPr/>
          <p:nvPr/>
        </p:nvSpPr>
        <p:spPr>
          <a:xfrm>
            <a:off x="1005840" y="5340096"/>
            <a:ext cx="3291840" cy="310896"/>
          </a:xfrm>
          <a:prstGeom prst="roundRect">
            <a:avLst/>
          </a:prstGeom>
          <a:solidFill>
            <a:srgbClr val="65A7FF">
              <a:alpha val="18000"/>
            </a:srgbClr>
          </a:solidFill>
          <a:ln w="12700">
            <a:solidFill>
              <a:srgbClr val="65A7FF"/>
            </a:solidFill>
            <a:prstDash val="solid"/>
          </a:ln>
        </p:spPr>
      </p:sp>
      <p:sp>
        <p:nvSpPr>
          <p:cNvPr id="50" name="Shape 48"/>
          <p:cNvSpPr/>
          <p:nvPr/>
        </p:nvSpPr>
        <p:spPr>
          <a:xfrm>
            <a:off x="4709160" y="5340096"/>
            <a:ext cx="3291840" cy="310896"/>
          </a:xfrm>
          <a:prstGeom prst="roundRect">
            <a:avLst/>
          </a:prstGeom>
          <a:solidFill>
            <a:srgbClr val="2DD4BF">
              <a:alpha val="18000"/>
            </a:srgbClr>
          </a:solidFill>
          <a:ln w="12700">
            <a:solidFill>
              <a:srgbClr val="2DD4BF"/>
            </a:solidFill>
            <a:prstDash val="solid"/>
          </a:ln>
        </p:spPr>
      </p:sp>
      <p:sp>
        <p:nvSpPr>
          <p:cNvPr id="51" name="Shape 49"/>
          <p:cNvSpPr/>
          <p:nvPr/>
        </p:nvSpPr>
        <p:spPr>
          <a:xfrm>
            <a:off x="8412480" y="5340096"/>
            <a:ext cx="3291840" cy="310896"/>
          </a:xfrm>
          <a:prstGeom prst="roundRect">
            <a:avLst/>
          </a:prstGeom>
          <a:solidFill>
            <a:srgbClr val="B7F34A">
              <a:alpha val="18000"/>
            </a:srgbClr>
          </a:solidFill>
          <a:ln w="12700">
            <a:solidFill>
              <a:srgbClr val="B7F34A"/>
            </a:solidFill>
            <a:prstDash val="solid"/>
          </a:ln>
        </p:spPr>
      </p:sp>
      <p:pic>
        <p:nvPicPr>
          <p:cNvPr id="53"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4"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5"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6"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7" name="Image 4" descr="preencoded.png">    </p:cNvPr>
          <p:cNvPicPr>
            <a:picLocks noChangeAspect="1"/>
          </p:cNvPicPr>
          <p:nvPr/>
        </p:nvPicPr>
        <p:blipFill>
          <a:blip r:embed="rId5"/>
          <a:stretch>
            <a:fillRect/>
          </a:stretch>
        </p:blipFill>
        <p:spPr>
          <a:xfrm>
            <a:off x="1170432" y="2029968"/>
            <a:ext cx="804672" cy="329184"/>
          </a:xfrm>
          <a:prstGeom prst="rect">
            <a:avLst/>
          </a:prstGeom>
        </p:spPr>
      </p:pic>
      <p:pic>
        <p:nvPicPr>
          <p:cNvPr id="58" name="Image 5" descr="preencoded.png">    </p:cNvPr>
          <p:cNvPicPr>
            <a:picLocks noChangeAspect="1"/>
          </p:cNvPicPr>
          <p:nvPr/>
        </p:nvPicPr>
        <p:blipFill>
          <a:blip r:embed="rId6"/>
          <a:stretch>
            <a:fillRect/>
          </a:stretch>
        </p:blipFill>
        <p:spPr>
          <a:xfrm>
            <a:off x="768096" y="2926080"/>
            <a:ext cx="1609344" cy="621792"/>
          </a:xfrm>
          <a:prstGeom prst="rect">
            <a:avLst/>
          </a:prstGeom>
        </p:spPr>
      </p:pic>
      <p:pic>
        <p:nvPicPr>
          <p:cNvPr id="59" name="Image 6" descr="preencoded.png">    </p:cNvPr>
          <p:cNvPicPr>
            <a:picLocks noChangeAspect="1"/>
          </p:cNvPicPr>
          <p:nvPr/>
        </p:nvPicPr>
        <p:blipFill>
          <a:blip r:embed="rId7"/>
          <a:stretch>
            <a:fillRect/>
          </a:stretch>
        </p:blipFill>
        <p:spPr>
          <a:xfrm>
            <a:off x="786384" y="3749040"/>
            <a:ext cx="1572768" cy="475488"/>
          </a:xfrm>
          <a:prstGeom prst="rect">
            <a:avLst/>
          </a:prstGeom>
        </p:spPr>
      </p:pic>
      <p:pic>
        <p:nvPicPr>
          <p:cNvPr id="60" name="Image 7" descr="preencoded.png">    </p:cNvPr>
          <p:cNvPicPr>
            <a:picLocks noChangeAspect="1"/>
          </p:cNvPicPr>
          <p:nvPr/>
        </p:nvPicPr>
        <p:blipFill>
          <a:blip r:embed="rId8"/>
          <a:stretch>
            <a:fillRect/>
          </a:stretch>
        </p:blipFill>
        <p:spPr>
          <a:xfrm>
            <a:off x="3438144" y="2029968"/>
            <a:ext cx="804672" cy="329184"/>
          </a:xfrm>
          <a:prstGeom prst="rect">
            <a:avLst/>
          </a:prstGeom>
        </p:spPr>
      </p:pic>
      <p:pic>
        <p:nvPicPr>
          <p:cNvPr id="61" name="Image 8" descr="preencoded.png">    </p:cNvPr>
          <p:cNvPicPr>
            <a:picLocks noChangeAspect="1"/>
          </p:cNvPicPr>
          <p:nvPr/>
        </p:nvPicPr>
        <p:blipFill>
          <a:blip r:embed="rId9"/>
          <a:stretch>
            <a:fillRect/>
          </a:stretch>
        </p:blipFill>
        <p:spPr>
          <a:xfrm>
            <a:off x="3035808" y="2926080"/>
            <a:ext cx="1609344" cy="621792"/>
          </a:xfrm>
          <a:prstGeom prst="rect">
            <a:avLst/>
          </a:prstGeom>
        </p:spPr>
      </p:pic>
      <p:pic>
        <p:nvPicPr>
          <p:cNvPr id="62" name="Image 9" descr="preencoded.png">    </p:cNvPr>
          <p:cNvPicPr>
            <a:picLocks noChangeAspect="1"/>
          </p:cNvPicPr>
          <p:nvPr/>
        </p:nvPicPr>
        <p:blipFill>
          <a:blip r:embed="rId10"/>
          <a:stretch>
            <a:fillRect/>
          </a:stretch>
        </p:blipFill>
        <p:spPr>
          <a:xfrm>
            <a:off x="3054096" y="3749040"/>
            <a:ext cx="1572768" cy="475488"/>
          </a:xfrm>
          <a:prstGeom prst="rect">
            <a:avLst/>
          </a:prstGeom>
        </p:spPr>
      </p:pic>
      <p:pic>
        <p:nvPicPr>
          <p:cNvPr id="63" name="Image 10" descr="preencoded.png">    </p:cNvPr>
          <p:cNvPicPr>
            <a:picLocks noChangeAspect="1"/>
          </p:cNvPicPr>
          <p:nvPr/>
        </p:nvPicPr>
        <p:blipFill>
          <a:blip r:embed="rId11"/>
          <a:stretch>
            <a:fillRect/>
          </a:stretch>
        </p:blipFill>
        <p:spPr>
          <a:xfrm>
            <a:off x="5705856" y="2029968"/>
            <a:ext cx="804672" cy="329184"/>
          </a:xfrm>
          <a:prstGeom prst="rect">
            <a:avLst/>
          </a:prstGeom>
        </p:spPr>
      </p:pic>
      <p:pic>
        <p:nvPicPr>
          <p:cNvPr id="64" name="Image 11" descr="preencoded.png">    </p:cNvPr>
          <p:cNvPicPr>
            <a:picLocks noChangeAspect="1"/>
          </p:cNvPicPr>
          <p:nvPr/>
        </p:nvPicPr>
        <p:blipFill>
          <a:blip r:embed="rId12"/>
          <a:stretch>
            <a:fillRect/>
          </a:stretch>
        </p:blipFill>
        <p:spPr>
          <a:xfrm>
            <a:off x="5303520" y="2926080"/>
            <a:ext cx="1609344" cy="621792"/>
          </a:xfrm>
          <a:prstGeom prst="rect">
            <a:avLst/>
          </a:prstGeom>
        </p:spPr>
      </p:pic>
      <p:pic>
        <p:nvPicPr>
          <p:cNvPr id="65" name="Image 12" descr="preencoded.png">    </p:cNvPr>
          <p:cNvPicPr>
            <a:picLocks noChangeAspect="1"/>
          </p:cNvPicPr>
          <p:nvPr/>
        </p:nvPicPr>
        <p:blipFill>
          <a:blip r:embed="rId13"/>
          <a:stretch>
            <a:fillRect/>
          </a:stretch>
        </p:blipFill>
        <p:spPr>
          <a:xfrm>
            <a:off x="5321808" y="3749040"/>
            <a:ext cx="1572768" cy="475488"/>
          </a:xfrm>
          <a:prstGeom prst="rect">
            <a:avLst/>
          </a:prstGeom>
        </p:spPr>
      </p:pic>
      <p:pic>
        <p:nvPicPr>
          <p:cNvPr id="66" name="Image 13" descr="preencoded.png">    </p:cNvPr>
          <p:cNvPicPr>
            <a:picLocks noChangeAspect="1"/>
          </p:cNvPicPr>
          <p:nvPr/>
        </p:nvPicPr>
        <p:blipFill>
          <a:blip r:embed="rId14"/>
          <a:stretch>
            <a:fillRect/>
          </a:stretch>
        </p:blipFill>
        <p:spPr>
          <a:xfrm>
            <a:off x="7973568" y="2029968"/>
            <a:ext cx="804672" cy="329184"/>
          </a:xfrm>
          <a:prstGeom prst="rect">
            <a:avLst/>
          </a:prstGeom>
        </p:spPr>
      </p:pic>
      <p:pic>
        <p:nvPicPr>
          <p:cNvPr id="67" name="Image 14" descr="preencoded.png">    </p:cNvPr>
          <p:cNvPicPr>
            <a:picLocks noChangeAspect="1"/>
          </p:cNvPicPr>
          <p:nvPr/>
        </p:nvPicPr>
        <p:blipFill>
          <a:blip r:embed="rId15"/>
          <a:stretch>
            <a:fillRect/>
          </a:stretch>
        </p:blipFill>
        <p:spPr>
          <a:xfrm>
            <a:off x="7571232" y="2926080"/>
            <a:ext cx="1609344" cy="621792"/>
          </a:xfrm>
          <a:prstGeom prst="rect">
            <a:avLst/>
          </a:prstGeom>
        </p:spPr>
      </p:pic>
      <p:pic>
        <p:nvPicPr>
          <p:cNvPr id="68" name="Image 15" descr="preencoded.png">    </p:cNvPr>
          <p:cNvPicPr>
            <a:picLocks noChangeAspect="1"/>
          </p:cNvPicPr>
          <p:nvPr/>
        </p:nvPicPr>
        <p:blipFill>
          <a:blip r:embed="rId16"/>
          <a:stretch>
            <a:fillRect/>
          </a:stretch>
        </p:blipFill>
        <p:spPr>
          <a:xfrm>
            <a:off x="7589520" y="3749040"/>
            <a:ext cx="1572768" cy="475488"/>
          </a:xfrm>
          <a:prstGeom prst="rect">
            <a:avLst/>
          </a:prstGeom>
        </p:spPr>
      </p:pic>
      <p:pic>
        <p:nvPicPr>
          <p:cNvPr id="69" name="Image 16" descr="preencoded.png">    </p:cNvPr>
          <p:cNvPicPr>
            <a:picLocks noChangeAspect="1"/>
          </p:cNvPicPr>
          <p:nvPr/>
        </p:nvPicPr>
        <p:blipFill>
          <a:blip r:embed="rId17"/>
          <a:stretch>
            <a:fillRect/>
          </a:stretch>
        </p:blipFill>
        <p:spPr>
          <a:xfrm>
            <a:off x="10241280" y="2029968"/>
            <a:ext cx="804672" cy="329184"/>
          </a:xfrm>
          <a:prstGeom prst="rect">
            <a:avLst/>
          </a:prstGeom>
        </p:spPr>
      </p:pic>
      <p:pic>
        <p:nvPicPr>
          <p:cNvPr id="70" name="Image 17" descr="preencoded.png">    </p:cNvPr>
          <p:cNvPicPr>
            <a:picLocks noChangeAspect="1"/>
          </p:cNvPicPr>
          <p:nvPr/>
        </p:nvPicPr>
        <p:blipFill>
          <a:blip r:embed="rId18"/>
          <a:stretch>
            <a:fillRect/>
          </a:stretch>
        </p:blipFill>
        <p:spPr>
          <a:xfrm>
            <a:off x="9838944" y="2926080"/>
            <a:ext cx="1609344" cy="621792"/>
          </a:xfrm>
          <a:prstGeom prst="rect">
            <a:avLst/>
          </a:prstGeom>
        </p:spPr>
      </p:pic>
      <p:pic>
        <p:nvPicPr>
          <p:cNvPr id="71" name="Image 18" descr="preencoded.png">    </p:cNvPr>
          <p:cNvPicPr>
            <a:picLocks noChangeAspect="1"/>
          </p:cNvPicPr>
          <p:nvPr/>
        </p:nvPicPr>
        <p:blipFill>
          <a:blip r:embed="rId19"/>
          <a:stretch>
            <a:fillRect/>
          </a:stretch>
        </p:blipFill>
        <p:spPr>
          <a:xfrm>
            <a:off x="9857232" y="3749040"/>
            <a:ext cx="1572768" cy="475488"/>
          </a:xfrm>
          <a:prstGeom prst="rect">
            <a:avLst/>
          </a:prstGeom>
        </p:spPr>
      </p:pic>
      <p:pic>
        <p:nvPicPr>
          <p:cNvPr id="72" name="Image 19" descr="preencoded.png">    </p:cNvPr>
          <p:cNvPicPr>
            <a:picLocks noChangeAspect="1"/>
          </p:cNvPicPr>
          <p:nvPr/>
        </p:nvPicPr>
        <p:blipFill>
          <a:blip r:embed="rId20"/>
          <a:stretch>
            <a:fillRect/>
          </a:stretch>
        </p:blipFill>
        <p:spPr>
          <a:xfrm>
            <a:off x="1051560" y="5367528"/>
            <a:ext cx="3200400" cy="246888"/>
          </a:xfrm>
          <a:prstGeom prst="rect">
            <a:avLst/>
          </a:prstGeom>
        </p:spPr>
      </p:pic>
      <p:pic>
        <p:nvPicPr>
          <p:cNvPr id="73" name="Image 20" descr="preencoded.png">    </p:cNvPr>
          <p:cNvPicPr>
            <a:picLocks noChangeAspect="1"/>
          </p:cNvPicPr>
          <p:nvPr/>
        </p:nvPicPr>
        <p:blipFill>
          <a:blip r:embed="rId21"/>
          <a:stretch>
            <a:fillRect/>
          </a:stretch>
        </p:blipFill>
        <p:spPr>
          <a:xfrm>
            <a:off x="4754880" y="5367528"/>
            <a:ext cx="3200400" cy="246888"/>
          </a:xfrm>
          <a:prstGeom prst="rect">
            <a:avLst/>
          </a:prstGeom>
        </p:spPr>
      </p:pic>
      <p:pic>
        <p:nvPicPr>
          <p:cNvPr id="74" name="Image 21" descr="preencoded.png">    </p:cNvPr>
          <p:cNvPicPr>
            <a:picLocks noChangeAspect="1"/>
          </p:cNvPicPr>
          <p:nvPr/>
        </p:nvPicPr>
        <p:blipFill>
          <a:blip r:embed="rId22"/>
          <a:stretch>
            <a:fillRect/>
          </a:stretch>
        </p:blipFill>
        <p:spPr>
          <a:xfrm>
            <a:off x="8458200" y="5367528"/>
            <a:ext cx="3200400" cy="246888"/>
          </a:xfrm>
          <a:prstGeom prst="rect">
            <a:avLst/>
          </a:prstGeom>
        </p:spPr>
      </p:pic>
      <p:pic>
        <p:nvPicPr>
          <p:cNvPr id="75" name="Image 22" descr="preencoded.png">    </p:cNvPr>
          <p:cNvPicPr>
            <a:picLocks noChangeAspect="1"/>
          </p:cNvPicPr>
          <p:nvPr/>
        </p:nvPicPr>
        <p:blipFill>
          <a:blip r:embed="rId23"/>
          <a:stretch>
            <a:fillRect/>
          </a:stretch>
        </p:blipFill>
        <p:spPr>
          <a:xfrm>
            <a:off x="2331720" y="5870448"/>
            <a:ext cx="7543800" cy="3017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594360" y="1417320"/>
            <a:ext cx="3429000" cy="4297680"/>
          </a:xfrm>
          <a:prstGeom prst="roundRect">
            <a:avLst>
              <a:gd name="adj" fmla="val 1600"/>
            </a:avLst>
          </a:prstGeom>
          <a:solidFill>
            <a:srgbClr val="FFFFFF"/>
          </a:solidFill>
          <a:ln w="12700">
            <a:solidFill>
              <a:srgbClr val="CBDDE2"/>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594360" y="1417320"/>
            <a:ext cx="3429000" cy="100584"/>
          </a:xfrm>
          <a:prstGeom prst="rect">
            <a:avLst/>
          </a:prstGeom>
          <a:solidFill>
            <a:srgbClr val="FF8A4C"/>
          </a:solidFill>
          <a:ln w="12700">
            <a:solidFill>
              <a:srgbClr val="FF8A4C"/>
            </a:solidFill>
            <a:prstDash val="solid"/>
          </a:ln>
        </p:spPr>
      </p:sp>
      <p:sp>
        <p:nvSpPr>
          <p:cNvPr id="41" name="Shape 39"/>
          <p:cNvSpPr/>
          <p:nvPr/>
        </p:nvSpPr>
        <p:spPr>
          <a:xfrm>
            <a:off x="886968" y="3063240"/>
            <a:ext cx="109728" cy="109728"/>
          </a:xfrm>
          <a:prstGeom prst="ellipse">
            <a:avLst/>
          </a:prstGeom>
          <a:solidFill>
            <a:srgbClr val="FF8A4C"/>
          </a:solidFill>
          <a:ln w="12700">
            <a:solidFill>
              <a:srgbClr val="FF8A4C"/>
            </a:solidFill>
            <a:prstDash val="solid"/>
          </a:ln>
        </p:spPr>
      </p:sp>
      <p:sp>
        <p:nvSpPr>
          <p:cNvPr id="42" name="Shape 40"/>
          <p:cNvSpPr/>
          <p:nvPr/>
        </p:nvSpPr>
        <p:spPr>
          <a:xfrm>
            <a:off x="886968" y="3557016"/>
            <a:ext cx="109728" cy="109728"/>
          </a:xfrm>
          <a:prstGeom prst="ellipse">
            <a:avLst/>
          </a:prstGeom>
          <a:solidFill>
            <a:srgbClr val="FF8A4C"/>
          </a:solidFill>
          <a:ln w="12700">
            <a:solidFill>
              <a:srgbClr val="FF8A4C"/>
            </a:solidFill>
            <a:prstDash val="solid"/>
          </a:ln>
        </p:spPr>
      </p:sp>
      <p:sp>
        <p:nvSpPr>
          <p:cNvPr id="43" name="Shape 41"/>
          <p:cNvSpPr/>
          <p:nvPr/>
        </p:nvSpPr>
        <p:spPr>
          <a:xfrm>
            <a:off x="4187952" y="1417320"/>
            <a:ext cx="3429000" cy="4297680"/>
          </a:xfrm>
          <a:prstGeom prst="roundRect">
            <a:avLst>
              <a:gd name="adj" fmla="val 1600"/>
            </a:avLst>
          </a:prstGeom>
          <a:solidFill>
            <a:srgbClr val="FFFFFF"/>
          </a:solidFill>
          <a:ln w="12700">
            <a:solidFill>
              <a:srgbClr val="CBDDE2"/>
            </a:solidFill>
            <a:prstDash val="solid"/>
          </a:ln>
          <a:effectLst>
            <a:outerShdw sx="100000" sy="100000" kx="0" ky="0" algn="bl" rotWithShape="0" blurRad="12700" dist="50800" dir="2700000">
              <a:srgbClr val="000000">
                <a:alpha val="13000"/>
              </a:srgbClr>
            </a:outerShdw>
          </a:effectLst>
        </p:spPr>
      </p:sp>
      <p:sp>
        <p:nvSpPr>
          <p:cNvPr id="44" name="Shape 42"/>
          <p:cNvSpPr/>
          <p:nvPr/>
        </p:nvSpPr>
        <p:spPr>
          <a:xfrm>
            <a:off x="4187952" y="1417320"/>
            <a:ext cx="3429000" cy="100584"/>
          </a:xfrm>
          <a:prstGeom prst="rect">
            <a:avLst/>
          </a:prstGeom>
          <a:solidFill>
            <a:srgbClr val="4F9BFF"/>
          </a:solidFill>
          <a:ln w="12700">
            <a:solidFill>
              <a:srgbClr val="4F9BFF"/>
            </a:solidFill>
            <a:prstDash val="solid"/>
          </a:ln>
        </p:spPr>
      </p:sp>
      <p:sp>
        <p:nvSpPr>
          <p:cNvPr id="45" name="Shape 43"/>
          <p:cNvSpPr/>
          <p:nvPr/>
        </p:nvSpPr>
        <p:spPr>
          <a:xfrm>
            <a:off x="4480560" y="3063240"/>
            <a:ext cx="109728" cy="109728"/>
          </a:xfrm>
          <a:prstGeom prst="ellipse">
            <a:avLst/>
          </a:prstGeom>
          <a:solidFill>
            <a:srgbClr val="4F9BFF"/>
          </a:solidFill>
          <a:ln w="12700">
            <a:solidFill>
              <a:srgbClr val="4F9BFF"/>
            </a:solidFill>
            <a:prstDash val="solid"/>
          </a:ln>
        </p:spPr>
      </p:sp>
      <p:sp>
        <p:nvSpPr>
          <p:cNvPr id="46" name="Shape 44"/>
          <p:cNvSpPr/>
          <p:nvPr/>
        </p:nvSpPr>
        <p:spPr>
          <a:xfrm>
            <a:off x="4480560" y="3557016"/>
            <a:ext cx="109728" cy="109728"/>
          </a:xfrm>
          <a:prstGeom prst="ellipse">
            <a:avLst/>
          </a:prstGeom>
          <a:solidFill>
            <a:srgbClr val="4F9BFF"/>
          </a:solidFill>
          <a:ln w="12700">
            <a:solidFill>
              <a:srgbClr val="4F9BFF"/>
            </a:solidFill>
            <a:prstDash val="solid"/>
          </a:ln>
        </p:spPr>
      </p:sp>
      <p:sp>
        <p:nvSpPr>
          <p:cNvPr id="47" name="Shape 45"/>
          <p:cNvSpPr/>
          <p:nvPr/>
        </p:nvSpPr>
        <p:spPr>
          <a:xfrm>
            <a:off x="4480560" y="4050792"/>
            <a:ext cx="109728" cy="109728"/>
          </a:xfrm>
          <a:prstGeom prst="ellipse">
            <a:avLst/>
          </a:prstGeom>
          <a:solidFill>
            <a:srgbClr val="4F9BFF"/>
          </a:solidFill>
          <a:ln w="12700">
            <a:solidFill>
              <a:srgbClr val="4F9BFF"/>
            </a:solidFill>
            <a:prstDash val="solid"/>
          </a:ln>
        </p:spPr>
      </p:sp>
      <p:sp>
        <p:nvSpPr>
          <p:cNvPr id="48" name="Shape 46"/>
          <p:cNvSpPr/>
          <p:nvPr/>
        </p:nvSpPr>
        <p:spPr>
          <a:xfrm>
            <a:off x="7772400" y="1417320"/>
            <a:ext cx="3813048" cy="4297680"/>
          </a:xfrm>
          <a:prstGeom prst="roundRect">
            <a:avLst>
              <a:gd name="adj" fmla="val 1439"/>
            </a:avLst>
          </a:prstGeom>
          <a:solidFill>
            <a:srgbClr val="FFFFFF"/>
          </a:solidFill>
          <a:ln w="12700">
            <a:solidFill>
              <a:srgbClr val="CBDDE2"/>
            </a:solidFill>
            <a:prstDash val="solid"/>
          </a:ln>
          <a:effectLst>
            <a:outerShdw sx="100000" sy="100000" kx="0" ky="0" algn="bl" rotWithShape="0" blurRad="12700" dist="50800" dir="2700000">
              <a:srgbClr val="000000">
                <a:alpha val="13000"/>
              </a:srgbClr>
            </a:outerShdw>
          </a:effectLst>
        </p:spPr>
      </p:sp>
      <p:sp>
        <p:nvSpPr>
          <p:cNvPr id="49" name="Shape 47"/>
          <p:cNvSpPr/>
          <p:nvPr/>
        </p:nvSpPr>
        <p:spPr>
          <a:xfrm>
            <a:off x="7772400" y="1417320"/>
            <a:ext cx="3813048" cy="100584"/>
          </a:xfrm>
          <a:prstGeom prst="rect">
            <a:avLst/>
          </a:prstGeom>
          <a:solidFill>
            <a:srgbClr val="0E8F87"/>
          </a:solidFill>
          <a:ln w="12700">
            <a:solidFill>
              <a:srgbClr val="0E8F87"/>
            </a:solidFill>
            <a:prstDash val="solid"/>
          </a:ln>
        </p:spPr>
      </p:sp>
      <p:sp>
        <p:nvSpPr>
          <p:cNvPr id="50" name="Shape 48"/>
          <p:cNvSpPr/>
          <p:nvPr/>
        </p:nvSpPr>
        <p:spPr>
          <a:xfrm>
            <a:off x="8065008" y="3063240"/>
            <a:ext cx="109728" cy="109728"/>
          </a:xfrm>
          <a:prstGeom prst="ellipse">
            <a:avLst/>
          </a:prstGeom>
          <a:solidFill>
            <a:srgbClr val="0E8F87"/>
          </a:solidFill>
          <a:ln w="12700">
            <a:solidFill>
              <a:srgbClr val="0E8F87"/>
            </a:solidFill>
            <a:prstDash val="solid"/>
          </a:ln>
        </p:spPr>
      </p:sp>
      <p:sp>
        <p:nvSpPr>
          <p:cNvPr id="51" name="Shape 49"/>
          <p:cNvSpPr/>
          <p:nvPr/>
        </p:nvSpPr>
        <p:spPr>
          <a:xfrm>
            <a:off x="8065008" y="3557016"/>
            <a:ext cx="109728" cy="109728"/>
          </a:xfrm>
          <a:prstGeom prst="ellipse">
            <a:avLst/>
          </a:prstGeom>
          <a:solidFill>
            <a:srgbClr val="0E8F87"/>
          </a:solidFill>
          <a:ln w="12700">
            <a:solidFill>
              <a:srgbClr val="0E8F87"/>
            </a:solidFill>
            <a:prstDash val="solid"/>
          </a:ln>
        </p:spPr>
      </p:sp>
      <p:sp>
        <p:nvSpPr>
          <p:cNvPr id="52" name="Shape 50"/>
          <p:cNvSpPr/>
          <p:nvPr/>
        </p:nvSpPr>
        <p:spPr>
          <a:xfrm>
            <a:off x="8065008" y="4050792"/>
            <a:ext cx="109728" cy="109728"/>
          </a:xfrm>
          <a:prstGeom prst="ellipse">
            <a:avLst/>
          </a:prstGeom>
          <a:solidFill>
            <a:srgbClr val="0E8F87"/>
          </a:solidFill>
          <a:ln w="12700">
            <a:solidFill>
              <a:srgbClr val="0E8F87"/>
            </a:solidFill>
            <a:prstDash val="solid"/>
          </a:ln>
        </p:spPr>
      </p:sp>
      <p:pic>
        <p:nvPicPr>
          <p:cNvPr id="54"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5"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6"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7"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8" name="Image 4" descr="preencoded.png">    </p:cNvPr>
          <p:cNvPicPr>
            <a:picLocks noChangeAspect="1"/>
          </p:cNvPicPr>
          <p:nvPr/>
        </p:nvPicPr>
        <p:blipFill>
          <a:blip r:embed="rId5"/>
          <a:stretch>
            <a:fillRect/>
          </a:stretch>
        </p:blipFill>
        <p:spPr>
          <a:xfrm>
            <a:off x="868680" y="1737360"/>
            <a:ext cx="1463040" cy="256032"/>
          </a:xfrm>
          <a:prstGeom prst="rect">
            <a:avLst/>
          </a:prstGeom>
        </p:spPr>
      </p:pic>
      <p:pic>
        <p:nvPicPr>
          <p:cNvPr id="59" name="Image 5" descr="preencoded.png">    </p:cNvPr>
          <p:cNvPicPr>
            <a:picLocks noChangeAspect="1"/>
          </p:cNvPicPr>
          <p:nvPr/>
        </p:nvPicPr>
        <p:blipFill>
          <a:blip r:embed="rId6"/>
          <a:stretch>
            <a:fillRect/>
          </a:stretch>
        </p:blipFill>
        <p:spPr>
          <a:xfrm>
            <a:off x="832104" y="2057400"/>
            <a:ext cx="1005840" cy="704088"/>
          </a:xfrm>
          <a:prstGeom prst="rect">
            <a:avLst/>
          </a:prstGeom>
        </p:spPr>
      </p:pic>
      <p:pic>
        <p:nvPicPr>
          <p:cNvPr id="60" name="Image 6" descr="preencoded.png">    </p:cNvPr>
          <p:cNvPicPr>
            <a:picLocks noChangeAspect="1"/>
          </p:cNvPicPr>
          <p:nvPr/>
        </p:nvPicPr>
        <p:blipFill>
          <a:blip r:embed="rId7"/>
          <a:stretch>
            <a:fillRect/>
          </a:stretch>
        </p:blipFill>
        <p:spPr>
          <a:xfrm>
            <a:off x="1655064" y="2450592"/>
            <a:ext cx="1097280" cy="201168"/>
          </a:xfrm>
          <a:prstGeom prst="rect">
            <a:avLst/>
          </a:prstGeom>
        </p:spPr>
      </p:pic>
      <p:pic>
        <p:nvPicPr>
          <p:cNvPr id="61" name="Image 7" descr="preencoded.png">    </p:cNvPr>
          <p:cNvPicPr>
            <a:picLocks noChangeAspect="1"/>
          </p:cNvPicPr>
          <p:nvPr/>
        </p:nvPicPr>
        <p:blipFill>
          <a:blip r:embed="rId8"/>
          <a:stretch>
            <a:fillRect/>
          </a:stretch>
        </p:blipFill>
        <p:spPr>
          <a:xfrm>
            <a:off x="1115568" y="2916936"/>
            <a:ext cx="2642616" cy="320040"/>
          </a:xfrm>
          <a:prstGeom prst="rect">
            <a:avLst/>
          </a:prstGeom>
        </p:spPr>
      </p:pic>
      <p:pic>
        <p:nvPicPr>
          <p:cNvPr id="62" name="Image 8" descr="preencoded.png">    </p:cNvPr>
          <p:cNvPicPr>
            <a:picLocks noChangeAspect="1"/>
          </p:cNvPicPr>
          <p:nvPr/>
        </p:nvPicPr>
        <p:blipFill>
          <a:blip r:embed="rId9"/>
          <a:stretch>
            <a:fillRect/>
          </a:stretch>
        </p:blipFill>
        <p:spPr>
          <a:xfrm>
            <a:off x="1115568" y="3410712"/>
            <a:ext cx="2642616" cy="320040"/>
          </a:xfrm>
          <a:prstGeom prst="rect">
            <a:avLst/>
          </a:prstGeom>
        </p:spPr>
      </p:pic>
      <p:pic>
        <p:nvPicPr>
          <p:cNvPr id="63" name="Image 9" descr="preencoded.png">    </p:cNvPr>
          <p:cNvPicPr>
            <a:picLocks noChangeAspect="1"/>
          </p:cNvPicPr>
          <p:nvPr/>
        </p:nvPicPr>
        <p:blipFill>
          <a:blip r:embed="rId10"/>
          <a:stretch>
            <a:fillRect/>
          </a:stretch>
        </p:blipFill>
        <p:spPr>
          <a:xfrm>
            <a:off x="868680" y="5074920"/>
            <a:ext cx="2880360" cy="310896"/>
          </a:xfrm>
          <a:prstGeom prst="rect">
            <a:avLst/>
          </a:prstGeom>
        </p:spPr>
      </p:pic>
      <p:pic>
        <p:nvPicPr>
          <p:cNvPr id="64" name="Image 10" descr="preencoded.png">    </p:cNvPr>
          <p:cNvPicPr>
            <a:picLocks noChangeAspect="1"/>
          </p:cNvPicPr>
          <p:nvPr/>
        </p:nvPicPr>
        <p:blipFill>
          <a:blip r:embed="rId11"/>
          <a:stretch>
            <a:fillRect/>
          </a:stretch>
        </p:blipFill>
        <p:spPr>
          <a:xfrm>
            <a:off x="4462272" y="1737360"/>
            <a:ext cx="1463040" cy="256032"/>
          </a:xfrm>
          <a:prstGeom prst="rect">
            <a:avLst/>
          </a:prstGeom>
        </p:spPr>
      </p:pic>
      <p:pic>
        <p:nvPicPr>
          <p:cNvPr id="65" name="Image 11" descr="preencoded.png">    </p:cNvPr>
          <p:cNvPicPr>
            <a:picLocks noChangeAspect="1"/>
          </p:cNvPicPr>
          <p:nvPr/>
        </p:nvPicPr>
        <p:blipFill>
          <a:blip r:embed="rId12"/>
          <a:stretch>
            <a:fillRect/>
          </a:stretch>
        </p:blipFill>
        <p:spPr>
          <a:xfrm>
            <a:off x="4425696" y="2057400"/>
            <a:ext cx="1005840" cy="704088"/>
          </a:xfrm>
          <a:prstGeom prst="rect">
            <a:avLst/>
          </a:prstGeom>
        </p:spPr>
      </p:pic>
      <p:pic>
        <p:nvPicPr>
          <p:cNvPr id="66" name="Image 12" descr="preencoded.png">    </p:cNvPr>
          <p:cNvPicPr>
            <a:picLocks noChangeAspect="1"/>
          </p:cNvPicPr>
          <p:nvPr/>
        </p:nvPicPr>
        <p:blipFill>
          <a:blip r:embed="rId13"/>
          <a:stretch>
            <a:fillRect/>
          </a:stretch>
        </p:blipFill>
        <p:spPr>
          <a:xfrm>
            <a:off x="5248656" y="2450592"/>
            <a:ext cx="1097280" cy="201168"/>
          </a:xfrm>
          <a:prstGeom prst="rect">
            <a:avLst/>
          </a:prstGeom>
        </p:spPr>
      </p:pic>
      <p:pic>
        <p:nvPicPr>
          <p:cNvPr id="67" name="Image 13" descr="preencoded.png">    </p:cNvPr>
          <p:cNvPicPr>
            <a:picLocks noChangeAspect="1"/>
          </p:cNvPicPr>
          <p:nvPr/>
        </p:nvPicPr>
        <p:blipFill>
          <a:blip r:embed="rId14"/>
          <a:stretch>
            <a:fillRect/>
          </a:stretch>
        </p:blipFill>
        <p:spPr>
          <a:xfrm>
            <a:off x="4709160" y="2916936"/>
            <a:ext cx="2642616" cy="320040"/>
          </a:xfrm>
          <a:prstGeom prst="rect">
            <a:avLst/>
          </a:prstGeom>
        </p:spPr>
      </p:pic>
      <p:pic>
        <p:nvPicPr>
          <p:cNvPr id="68" name="Image 14" descr="preencoded.png">    </p:cNvPr>
          <p:cNvPicPr>
            <a:picLocks noChangeAspect="1"/>
          </p:cNvPicPr>
          <p:nvPr/>
        </p:nvPicPr>
        <p:blipFill>
          <a:blip r:embed="rId15"/>
          <a:stretch>
            <a:fillRect/>
          </a:stretch>
        </p:blipFill>
        <p:spPr>
          <a:xfrm>
            <a:off x="4709160" y="3410712"/>
            <a:ext cx="2642616" cy="320040"/>
          </a:xfrm>
          <a:prstGeom prst="rect">
            <a:avLst/>
          </a:prstGeom>
        </p:spPr>
      </p:pic>
      <p:pic>
        <p:nvPicPr>
          <p:cNvPr id="69" name="Image 15" descr="preencoded.png">    </p:cNvPr>
          <p:cNvPicPr>
            <a:picLocks noChangeAspect="1"/>
          </p:cNvPicPr>
          <p:nvPr/>
        </p:nvPicPr>
        <p:blipFill>
          <a:blip r:embed="rId16"/>
          <a:stretch>
            <a:fillRect/>
          </a:stretch>
        </p:blipFill>
        <p:spPr>
          <a:xfrm>
            <a:off x="4709160" y="3904488"/>
            <a:ext cx="2642616" cy="320040"/>
          </a:xfrm>
          <a:prstGeom prst="rect">
            <a:avLst/>
          </a:prstGeom>
        </p:spPr>
      </p:pic>
      <p:pic>
        <p:nvPicPr>
          <p:cNvPr id="70" name="Image 16" descr="preencoded.png">    </p:cNvPr>
          <p:cNvPicPr>
            <a:picLocks noChangeAspect="1"/>
          </p:cNvPicPr>
          <p:nvPr/>
        </p:nvPicPr>
        <p:blipFill>
          <a:blip r:embed="rId17"/>
          <a:stretch>
            <a:fillRect/>
          </a:stretch>
        </p:blipFill>
        <p:spPr>
          <a:xfrm>
            <a:off x="4462272" y="5074920"/>
            <a:ext cx="2880360" cy="310896"/>
          </a:xfrm>
          <a:prstGeom prst="rect">
            <a:avLst/>
          </a:prstGeom>
        </p:spPr>
      </p:pic>
      <p:pic>
        <p:nvPicPr>
          <p:cNvPr id="71" name="Image 17" descr="preencoded.png">    </p:cNvPr>
          <p:cNvPicPr>
            <a:picLocks noChangeAspect="1"/>
          </p:cNvPicPr>
          <p:nvPr/>
        </p:nvPicPr>
        <p:blipFill>
          <a:blip r:embed="rId18"/>
          <a:stretch>
            <a:fillRect/>
          </a:stretch>
        </p:blipFill>
        <p:spPr>
          <a:xfrm>
            <a:off x="8046720" y="1737360"/>
            <a:ext cx="1463040" cy="256032"/>
          </a:xfrm>
          <a:prstGeom prst="rect">
            <a:avLst/>
          </a:prstGeom>
        </p:spPr>
      </p:pic>
      <p:pic>
        <p:nvPicPr>
          <p:cNvPr id="72" name="Image 18" descr="preencoded.png">    </p:cNvPr>
          <p:cNvPicPr>
            <a:picLocks noChangeAspect="1"/>
          </p:cNvPicPr>
          <p:nvPr/>
        </p:nvPicPr>
        <p:blipFill>
          <a:blip r:embed="rId19"/>
          <a:stretch>
            <a:fillRect/>
          </a:stretch>
        </p:blipFill>
        <p:spPr>
          <a:xfrm>
            <a:off x="8010144" y="2057400"/>
            <a:ext cx="1005840" cy="704088"/>
          </a:xfrm>
          <a:prstGeom prst="rect">
            <a:avLst/>
          </a:prstGeom>
        </p:spPr>
      </p:pic>
      <p:pic>
        <p:nvPicPr>
          <p:cNvPr id="73" name="Image 19" descr="preencoded.png">    </p:cNvPr>
          <p:cNvPicPr>
            <a:picLocks noChangeAspect="1"/>
          </p:cNvPicPr>
          <p:nvPr/>
        </p:nvPicPr>
        <p:blipFill>
          <a:blip r:embed="rId20"/>
          <a:stretch>
            <a:fillRect/>
          </a:stretch>
        </p:blipFill>
        <p:spPr>
          <a:xfrm>
            <a:off x="8833104" y="2450592"/>
            <a:ext cx="1097280" cy="201168"/>
          </a:xfrm>
          <a:prstGeom prst="rect">
            <a:avLst/>
          </a:prstGeom>
        </p:spPr>
      </p:pic>
      <p:pic>
        <p:nvPicPr>
          <p:cNvPr id="74" name="Image 20" descr="preencoded.png">    </p:cNvPr>
          <p:cNvPicPr>
            <a:picLocks noChangeAspect="1"/>
          </p:cNvPicPr>
          <p:nvPr/>
        </p:nvPicPr>
        <p:blipFill>
          <a:blip r:embed="rId21"/>
          <a:stretch>
            <a:fillRect/>
          </a:stretch>
        </p:blipFill>
        <p:spPr>
          <a:xfrm>
            <a:off x="8293608" y="2916936"/>
            <a:ext cx="3026664" cy="320040"/>
          </a:xfrm>
          <a:prstGeom prst="rect">
            <a:avLst/>
          </a:prstGeom>
        </p:spPr>
      </p:pic>
      <p:pic>
        <p:nvPicPr>
          <p:cNvPr id="75" name="Image 21" descr="preencoded.png">    </p:cNvPr>
          <p:cNvPicPr>
            <a:picLocks noChangeAspect="1"/>
          </p:cNvPicPr>
          <p:nvPr/>
        </p:nvPicPr>
        <p:blipFill>
          <a:blip r:embed="rId22"/>
          <a:stretch>
            <a:fillRect/>
          </a:stretch>
        </p:blipFill>
        <p:spPr>
          <a:xfrm>
            <a:off x="8293608" y="3410712"/>
            <a:ext cx="3026664" cy="320040"/>
          </a:xfrm>
          <a:prstGeom prst="rect">
            <a:avLst/>
          </a:prstGeom>
        </p:spPr>
      </p:pic>
      <p:pic>
        <p:nvPicPr>
          <p:cNvPr id="76" name="Image 22" descr="preencoded.png">    </p:cNvPr>
          <p:cNvPicPr>
            <a:picLocks noChangeAspect="1"/>
          </p:cNvPicPr>
          <p:nvPr/>
        </p:nvPicPr>
        <p:blipFill>
          <a:blip r:embed="rId23"/>
          <a:stretch>
            <a:fillRect/>
          </a:stretch>
        </p:blipFill>
        <p:spPr>
          <a:xfrm>
            <a:off x="8293608" y="3904488"/>
            <a:ext cx="3026664" cy="320040"/>
          </a:xfrm>
          <a:prstGeom prst="rect">
            <a:avLst/>
          </a:prstGeom>
        </p:spPr>
      </p:pic>
      <p:pic>
        <p:nvPicPr>
          <p:cNvPr id="77" name="Image 23" descr="preencoded.png">    </p:cNvPr>
          <p:cNvPicPr>
            <a:picLocks noChangeAspect="1"/>
          </p:cNvPicPr>
          <p:nvPr/>
        </p:nvPicPr>
        <p:blipFill>
          <a:blip r:embed="rId24"/>
          <a:stretch>
            <a:fillRect/>
          </a:stretch>
        </p:blipFill>
        <p:spPr>
          <a:xfrm>
            <a:off x="8046720" y="5074920"/>
            <a:ext cx="3264408" cy="310896"/>
          </a:xfrm>
          <a:prstGeom prst="rect">
            <a:avLst/>
          </a:prstGeom>
        </p:spPr>
      </p:pic>
      <p:pic>
        <p:nvPicPr>
          <p:cNvPr id="78" name="Image 24" descr="preencoded.png">    </p:cNvPr>
          <p:cNvPicPr>
            <a:picLocks noChangeAspect="1"/>
          </p:cNvPicPr>
          <p:nvPr/>
        </p:nvPicPr>
        <p:blipFill>
          <a:blip r:embed="rId25"/>
          <a:stretch>
            <a:fillRect/>
          </a:stretch>
        </p:blipFill>
        <p:spPr>
          <a:xfrm>
            <a:off x="2834640" y="5989320"/>
            <a:ext cx="6583680"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58368" y="1938528"/>
            <a:ext cx="3310128" cy="2011680"/>
          </a:xfrm>
          <a:prstGeom prst="roundRect">
            <a:avLst>
              <a:gd name="adj" fmla="val 2727"/>
            </a:avLst>
          </a:prstGeom>
          <a:solidFill>
            <a:srgbClr val="10263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5358384" y="1938528"/>
            <a:ext cx="3310128" cy="2011680"/>
          </a:xfrm>
          <a:prstGeom prst="roundRect">
            <a:avLst>
              <a:gd name="adj" fmla="val 2727"/>
            </a:avLst>
          </a:prstGeom>
          <a:solidFill>
            <a:srgbClr val="10263A"/>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1" name="Shape 39"/>
          <p:cNvSpPr/>
          <p:nvPr/>
        </p:nvSpPr>
        <p:spPr>
          <a:xfrm>
            <a:off x="9235440" y="1490472"/>
            <a:ext cx="2331720" cy="2944368"/>
          </a:xfrm>
          <a:prstGeom prst="roundRect">
            <a:avLst>
              <a:gd name="adj" fmla="val 2353"/>
            </a:avLst>
          </a:prstGeom>
          <a:solidFill>
            <a:srgbClr val="2DD4BF"/>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42" name="Shape 40"/>
          <p:cNvSpPr/>
          <p:nvPr/>
        </p:nvSpPr>
        <p:spPr>
          <a:xfrm>
            <a:off x="786384" y="4983480"/>
            <a:ext cx="502920" cy="310896"/>
          </a:xfrm>
          <a:prstGeom prst="roundRect">
            <a:avLst/>
          </a:prstGeom>
          <a:solidFill>
            <a:srgbClr val="2DD4BF">
              <a:alpha val="18000"/>
            </a:srgbClr>
          </a:solidFill>
          <a:ln w="12700">
            <a:solidFill>
              <a:srgbClr val="2DD4BF"/>
            </a:solidFill>
            <a:prstDash val="solid"/>
          </a:ln>
        </p:spPr>
      </p:sp>
      <p:sp>
        <p:nvSpPr>
          <p:cNvPr id="43" name="Shape 41"/>
          <p:cNvSpPr/>
          <p:nvPr/>
        </p:nvSpPr>
        <p:spPr>
          <a:xfrm>
            <a:off x="3602736" y="4983480"/>
            <a:ext cx="502920" cy="310896"/>
          </a:xfrm>
          <a:prstGeom prst="roundRect">
            <a:avLst/>
          </a:prstGeom>
          <a:solidFill>
            <a:srgbClr val="2DD4BF">
              <a:alpha val="18000"/>
            </a:srgbClr>
          </a:solidFill>
          <a:ln w="12700">
            <a:solidFill>
              <a:srgbClr val="2DD4BF"/>
            </a:solidFill>
            <a:prstDash val="solid"/>
          </a:ln>
        </p:spPr>
      </p:sp>
      <p:sp>
        <p:nvSpPr>
          <p:cNvPr id="44" name="Shape 42"/>
          <p:cNvSpPr/>
          <p:nvPr/>
        </p:nvSpPr>
        <p:spPr>
          <a:xfrm>
            <a:off x="6419088" y="4983480"/>
            <a:ext cx="502920" cy="310896"/>
          </a:xfrm>
          <a:prstGeom prst="roundRect">
            <a:avLst/>
          </a:prstGeom>
          <a:solidFill>
            <a:srgbClr val="2DD4BF">
              <a:alpha val="18000"/>
            </a:srgbClr>
          </a:solidFill>
          <a:ln w="12700">
            <a:solidFill>
              <a:srgbClr val="2DD4BF"/>
            </a:solidFill>
            <a:prstDash val="solid"/>
          </a:ln>
        </p:spPr>
      </p:sp>
      <p:sp>
        <p:nvSpPr>
          <p:cNvPr id="45" name="Shape 43"/>
          <p:cNvSpPr/>
          <p:nvPr/>
        </p:nvSpPr>
        <p:spPr>
          <a:xfrm>
            <a:off x="9235440" y="4983480"/>
            <a:ext cx="502920" cy="310896"/>
          </a:xfrm>
          <a:prstGeom prst="roundRect">
            <a:avLst/>
          </a:prstGeom>
          <a:solidFill>
            <a:srgbClr val="B7F34A">
              <a:alpha val="18000"/>
            </a:srgbClr>
          </a:solidFill>
          <a:ln w="12700">
            <a:solidFill>
              <a:srgbClr val="B7F34A"/>
            </a:solidFill>
            <a:prstDash val="solid"/>
          </a:ln>
        </p:spPr>
      </p:sp>
      <p:pic>
        <p:nvPicPr>
          <p:cNvPr id="47"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48"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49"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0"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1" name="Image 4" descr="preencoded.png">    </p:cNvPr>
          <p:cNvPicPr>
            <a:picLocks noChangeAspect="1"/>
          </p:cNvPicPr>
          <p:nvPr/>
        </p:nvPicPr>
        <p:blipFill>
          <a:blip r:embed="rId5"/>
          <a:stretch>
            <a:fillRect/>
          </a:stretch>
        </p:blipFill>
        <p:spPr>
          <a:xfrm>
            <a:off x="658368" y="1508760"/>
            <a:ext cx="2926080" cy="274320"/>
          </a:xfrm>
          <a:prstGeom prst="rect">
            <a:avLst/>
          </a:prstGeom>
        </p:spPr>
      </p:pic>
      <p:pic>
        <p:nvPicPr>
          <p:cNvPr id="52" name="Image 5" descr="preencoded.png">    </p:cNvPr>
          <p:cNvPicPr>
            <a:picLocks noChangeAspect="1"/>
          </p:cNvPicPr>
          <p:nvPr/>
        </p:nvPicPr>
        <p:blipFill>
          <a:blip r:embed="rId6"/>
          <a:stretch>
            <a:fillRect/>
          </a:stretch>
        </p:blipFill>
        <p:spPr>
          <a:xfrm>
            <a:off x="4114800" y="2322576"/>
            <a:ext cx="1097280" cy="310896"/>
          </a:xfrm>
          <a:prstGeom prst="rect">
            <a:avLst/>
          </a:prstGeom>
        </p:spPr>
      </p:pic>
      <p:pic>
        <p:nvPicPr>
          <p:cNvPr id="53" name="Image 6" descr="preencoded.png">    </p:cNvPr>
          <p:cNvPicPr>
            <a:picLocks noChangeAspect="1"/>
          </p:cNvPicPr>
          <p:nvPr/>
        </p:nvPicPr>
        <p:blipFill>
          <a:blip r:embed="rId7"/>
          <a:stretch>
            <a:fillRect/>
          </a:stretch>
        </p:blipFill>
        <p:spPr>
          <a:xfrm>
            <a:off x="5596128" y="1508760"/>
            <a:ext cx="3108960" cy="274320"/>
          </a:xfrm>
          <a:prstGeom prst="rect">
            <a:avLst/>
          </a:prstGeom>
        </p:spPr>
      </p:pic>
      <p:pic>
        <p:nvPicPr>
          <p:cNvPr id="54" name="Image 7" descr="preencoded.png">    </p:cNvPr>
          <p:cNvPicPr>
            <a:picLocks noChangeAspect="1"/>
          </p:cNvPicPr>
          <p:nvPr/>
        </p:nvPicPr>
        <p:blipFill>
          <a:blip r:embed="rId8"/>
          <a:stretch>
            <a:fillRect/>
          </a:stretch>
        </p:blipFill>
        <p:spPr>
          <a:xfrm>
            <a:off x="960120" y="2267712"/>
            <a:ext cx="2651760" cy="420624"/>
          </a:xfrm>
          <a:prstGeom prst="rect">
            <a:avLst/>
          </a:prstGeom>
        </p:spPr>
      </p:pic>
      <p:pic>
        <p:nvPicPr>
          <p:cNvPr id="55" name="Image 8" descr="preencoded.png">    </p:cNvPr>
          <p:cNvPicPr>
            <a:picLocks noChangeAspect="1"/>
          </p:cNvPicPr>
          <p:nvPr/>
        </p:nvPicPr>
        <p:blipFill>
          <a:blip r:embed="rId9"/>
          <a:stretch>
            <a:fillRect/>
          </a:stretch>
        </p:blipFill>
        <p:spPr>
          <a:xfrm>
            <a:off x="1005840" y="2944368"/>
            <a:ext cx="2560320" cy="274320"/>
          </a:xfrm>
          <a:prstGeom prst="rect">
            <a:avLst/>
          </a:prstGeom>
        </p:spPr>
      </p:pic>
      <p:pic>
        <p:nvPicPr>
          <p:cNvPr id="56" name="Image 9" descr="preencoded.png">    </p:cNvPr>
          <p:cNvPicPr>
            <a:picLocks noChangeAspect="1"/>
          </p:cNvPicPr>
          <p:nvPr/>
        </p:nvPicPr>
        <p:blipFill>
          <a:blip r:embed="rId10"/>
          <a:stretch>
            <a:fillRect/>
          </a:stretch>
        </p:blipFill>
        <p:spPr>
          <a:xfrm>
            <a:off x="5641848" y="2267712"/>
            <a:ext cx="2743200" cy="420624"/>
          </a:xfrm>
          <a:prstGeom prst="rect">
            <a:avLst/>
          </a:prstGeom>
        </p:spPr>
      </p:pic>
      <p:pic>
        <p:nvPicPr>
          <p:cNvPr id="57" name="Image 10" descr="preencoded.png">    </p:cNvPr>
          <p:cNvPicPr>
            <a:picLocks noChangeAspect="1"/>
          </p:cNvPicPr>
          <p:nvPr/>
        </p:nvPicPr>
        <p:blipFill>
          <a:blip r:embed="rId11"/>
          <a:stretch>
            <a:fillRect/>
          </a:stretch>
        </p:blipFill>
        <p:spPr>
          <a:xfrm>
            <a:off x="5605272" y="2944368"/>
            <a:ext cx="2834640" cy="274320"/>
          </a:xfrm>
          <a:prstGeom prst="rect">
            <a:avLst/>
          </a:prstGeom>
        </p:spPr>
      </p:pic>
      <p:pic>
        <p:nvPicPr>
          <p:cNvPr id="58" name="Image 11" descr="preencoded.png">    </p:cNvPr>
          <p:cNvPicPr>
            <a:picLocks noChangeAspect="1"/>
          </p:cNvPicPr>
          <p:nvPr/>
        </p:nvPicPr>
        <p:blipFill>
          <a:blip r:embed="rId12"/>
          <a:stretch>
            <a:fillRect/>
          </a:stretch>
        </p:blipFill>
        <p:spPr>
          <a:xfrm>
            <a:off x="9528048" y="1783080"/>
            <a:ext cx="1737360" cy="274320"/>
          </a:xfrm>
          <a:prstGeom prst="rect">
            <a:avLst/>
          </a:prstGeom>
        </p:spPr>
      </p:pic>
      <p:pic>
        <p:nvPicPr>
          <p:cNvPr id="59" name="Image 12" descr="preencoded.png">    </p:cNvPr>
          <p:cNvPicPr>
            <a:picLocks noChangeAspect="1"/>
          </p:cNvPicPr>
          <p:nvPr/>
        </p:nvPicPr>
        <p:blipFill>
          <a:blip r:embed="rId13"/>
          <a:stretch>
            <a:fillRect/>
          </a:stretch>
        </p:blipFill>
        <p:spPr>
          <a:xfrm>
            <a:off x="9445752" y="2258568"/>
            <a:ext cx="1920240" cy="786384"/>
          </a:xfrm>
          <a:prstGeom prst="rect">
            <a:avLst/>
          </a:prstGeom>
        </p:spPr>
      </p:pic>
      <p:pic>
        <p:nvPicPr>
          <p:cNvPr id="60" name="Image 13" descr="preencoded.png">    </p:cNvPr>
          <p:cNvPicPr>
            <a:picLocks noChangeAspect="1"/>
          </p:cNvPicPr>
          <p:nvPr/>
        </p:nvPicPr>
        <p:blipFill>
          <a:blip r:embed="rId14"/>
          <a:stretch>
            <a:fillRect/>
          </a:stretch>
        </p:blipFill>
        <p:spPr>
          <a:xfrm>
            <a:off x="9537192" y="3337560"/>
            <a:ext cx="1737360" cy="566928"/>
          </a:xfrm>
          <a:prstGeom prst="rect">
            <a:avLst/>
          </a:prstGeom>
        </p:spPr>
      </p:pic>
      <p:pic>
        <p:nvPicPr>
          <p:cNvPr id="61" name="Image 14" descr="preencoded.png">    </p:cNvPr>
          <p:cNvPicPr>
            <a:picLocks noChangeAspect="1"/>
          </p:cNvPicPr>
          <p:nvPr/>
        </p:nvPicPr>
        <p:blipFill>
          <a:blip r:embed="rId15"/>
          <a:stretch>
            <a:fillRect/>
          </a:stretch>
        </p:blipFill>
        <p:spPr>
          <a:xfrm>
            <a:off x="832104" y="5010912"/>
            <a:ext cx="411480" cy="246888"/>
          </a:xfrm>
          <a:prstGeom prst="rect">
            <a:avLst/>
          </a:prstGeom>
        </p:spPr>
      </p:pic>
      <p:pic>
        <p:nvPicPr>
          <p:cNvPr id="62" name="Image 15" descr="preencoded.png">    </p:cNvPr>
          <p:cNvPicPr>
            <a:picLocks noChangeAspect="1"/>
          </p:cNvPicPr>
          <p:nvPr/>
        </p:nvPicPr>
        <p:blipFill>
          <a:blip r:embed="rId16"/>
          <a:stretch>
            <a:fillRect/>
          </a:stretch>
        </p:blipFill>
        <p:spPr>
          <a:xfrm>
            <a:off x="1444752" y="4956048"/>
            <a:ext cx="1874520" cy="310896"/>
          </a:xfrm>
          <a:prstGeom prst="rect">
            <a:avLst/>
          </a:prstGeom>
        </p:spPr>
      </p:pic>
      <p:pic>
        <p:nvPicPr>
          <p:cNvPr id="63" name="Image 16" descr="preencoded.png">    </p:cNvPr>
          <p:cNvPicPr>
            <a:picLocks noChangeAspect="1"/>
          </p:cNvPicPr>
          <p:nvPr/>
        </p:nvPicPr>
        <p:blipFill>
          <a:blip r:embed="rId17"/>
          <a:stretch>
            <a:fillRect/>
          </a:stretch>
        </p:blipFill>
        <p:spPr>
          <a:xfrm>
            <a:off x="3648456" y="5010912"/>
            <a:ext cx="411480" cy="246888"/>
          </a:xfrm>
          <a:prstGeom prst="rect">
            <a:avLst/>
          </a:prstGeom>
        </p:spPr>
      </p:pic>
      <p:pic>
        <p:nvPicPr>
          <p:cNvPr id="64" name="Image 17" descr="preencoded.png">    </p:cNvPr>
          <p:cNvPicPr>
            <a:picLocks noChangeAspect="1"/>
          </p:cNvPicPr>
          <p:nvPr/>
        </p:nvPicPr>
        <p:blipFill>
          <a:blip r:embed="rId18"/>
          <a:stretch>
            <a:fillRect/>
          </a:stretch>
        </p:blipFill>
        <p:spPr>
          <a:xfrm>
            <a:off x="4261104" y="4956048"/>
            <a:ext cx="1874520" cy="310896"/>
          </a:xfrm>
          <a:prstGeom prst="rect">
            <a:avLst/>
          </a:prstGeom>
        </p:spPr>
      </p:pic>
      <p:pic>
        <p:nvPicPr>
          <p:cNvPr id="65" name="Image 18" descr="preencoded.png">    </p:cNvPr>
          <p:cNvPicPr>
            <a:picLocks noChangeAspect="1"/>
          </p:cNvPicPr>
          <p:nvPr/>
        </p:nvPicPr>
        <p:blipFill>
          <a:blip r:embed="rId19"/>
          <a:stretch>
            <a:fillRect/>
          </a:stretch>
        </p:blipFill>
        <p:spPr>
          <a:xfrm>
            <a:off x="6464808" y="5010912"/>
            <a:ext cx="411480" cy="246888"/>
          </a:xfrm>
          <a:prstGeom prst="rect">
            <a:avLst/>
          </a:prstGeom>
        </p:spPr>
      </p:pic>
      <p:pic>
        <p:nvPicPr>
          <p:cNvPr id="66" name="Image 19" descr="preencoded.png">    </p:cNvPr>
          <p:cNvPicPr>
            <a:picLocks noChangeAspect="1"/>
          </p:cNvPicPr>
          <p:nvPr/>
        </p:nvPicPr>
        <p:blipFill>
          <a:blip r:embed="rId20"/>
          <a:stretch>
            <a:fillRect/>
          </a:stretch>
        </p:blipFill>
        <p:spPr>
          <a:xfrm>
            <a:off x="7077456" y="4956048"/>
            <a:ext cx="1874520" cy="310896"/>
          </a:xfrm>
          <a:prstGeom prst="rect">
            <a:avLst/>
          </a:prstGeom>
        </p:spPr>
      </p:pic>
      <p:pic>
        <p:nvPicPr>
          <p:cNvPr id="67" name="Image 20" descr="preencoded.png">    </p:cNvPr>
          <p:cNvPicPr>
            <a:picLocks noChangeAspect="1"/>
          </p:cNvPicPr>
          <p:nvPr/>
        </p:nvPicPr>
        <p:blipFill>
          <a:blip r:embed="rId21"/>
          <a:stretch>
            <a:fillRect/>
          </a:stretch>
        </p:blipFill>
        <p:spPr>
          <a:xfrm>
            <a:off x="9281160" y="5010912"/>
            <a:ext cx="411480" cy="246888"/>
          </a:xfrm>
          <a:prstGeom prst="rect">
            <a:avLst/>
          </a:prstGeom>
        </p:spPr>
      </p:pic>
      <p:pic>
        <p:nvPicPr>
          <p:cNvPr id="68" name="Image 21" descr="preencoded.png">    </p:cNvPr>
          <p:cNvPicPr>
            <a:picLocks noChangeAspect="1"/>
          </p:cNvPicPr>
          <p:nvPr/>
        </p:nvPicPr>
        <p:blipFill>
          <a:blip r:embed="rId22"/>
          <a:stretch>
            <a:fillRect/>
          </a:stretch>
        </p:blipFill>
        <p:spPr>
          <a:xfrm>
            <a:off x="9893808" y="4956048"/>
            <a:ext cx="1874520" cy="310896"/>
          </a:xfrm>
          <a:prstGeom prst="rect">
            <a:avLst/>
          </a:prstGeom>
        </p:spPr>
      </p:pic>
      <p:pic>
        <p:nvPicPr>
          <p:cNvPr id="69" name="Image 22" descr="preencoded.png">    </p:cNvPr>
          <p:cNvPicPr>
            <a:picLocks noChangeAspect="1"/>
          </p:cNvPicPr>
          <p:nvPr/>
        </p:nvPicPr>
        <p:blipFill>
          <a:blip r:embed="rId23"/>
          <a:stretch>
            <a:fillRect/>
          </a:stretch>
        </p:blipFill>
        <p:spPr>
          <a:xfrm>
            <a:off x="2834640" y="5742432"/>
            <a:ext cx="6537960"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502920" y="1737360"/>
            <a:ext cx="1508760" cy="3218688"/>
          </a:xfrm>
          <a:prstGeom prst="roundRect">
            <a:avLst>
              <a:gd name="adj" fmla="val 3636"/>
            </a:avLst>
          </a:prstGeom>
          <a:solidFill>
            <a:srgbClr val="FFFFFF"/>
          </a:solidFill>
          <a:ln w="12700">
            <a:solidFill>
              <a:srgbClr val="0E8F87"/>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923544" y="2048256"/>
            <a:ext cx="667512" cy="667512"/>
          </a:xfrm>
          <a:prstGeom prst="ellipse">
            <a:avLst/>
          </a:prstGeom>
          <a:solidFill>
            <a:srgbClr val="0E8F87"/>
          </a:solidFill>
          <a:ln w="12700">
            <a:solidFill>
              <a:srgbClr val="0E8F87"/>
            </a:solidFill>
            <a:prstDash val="solid"/>
          </a:ln>
        </p:spPr>
      </p:sp>
      <p:sp>
        <p:nvSpPr>
          <p:cNvPr id="41" name="Shape 39"/>
          <p:cNvSpPr/>
          <p:nvPr/>
        </p:nvSpPr>
        <p:spPr>
          <a:xfrm>
            <a:off x="2075688" y="3044952"/>
            <a:ext cx="338328" cy="310896"/>
          </a:xfrm>
          <a:prstGeom prst="chevron">
            <a:avLst/>
          </a:prstGeom>
          <a:solidFill>
            <a:srgbClr val="0E8F87"/>
          </a:solidFill>
          <a:ln w="12700">
            <a:solidFill>
              <a:srgbClr val="0E8F87">
                <a:alpha val="0"/>
              </a:srgbClr>
            </a:solidFill>
            <a:prstDash val="solid"/>
          </a:ln>
        </p:spPr>
      </p:sp>
      <p:sp>
        <p:nvSpPr>
          <p:cNvPr id="42" name="Shape 40"/>
          <p:cNvSpPr/>
          <p:nvPr/>
        </p:nvSpPr>
        <p:spPr>
          <a:xfrm>
            <a:off x="2496312" y="1737360"/>
            <a:ext cx="1508760" cy="3218688"/>
          </a:xfrm>
          <a:prstGeom prst="roundRect">
            <a:avLst>
              <a:gd name="adj" fmla="val 3636"/>
            </a:avLst>
          </a:prstGeom>
          <a:solidFill>
            <a:srgbClr val="FFFFFF"/>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3" name="Shape 41"/>
          <p:cNvSpPr/>
          <p:nvPr/>
        </p:nvSpPr>
        <p:spPr>
          <a:xfrm>
            <a:off x="2916936" y="2048256"/>
            <a:ext cx="667512" cy="667512"/>
          </a:xfrm>
          <a:prstGeom prst="ellipse">
            <a:avLst/>
          </a:prstGeom>
          <a:solidFill>
            <a:srgbClr val="FF8A4C"/>
          </a:solidFill>
          <a:ln w="12700">
            <a:solidFill>
              <a:srgbClr val="FF8A4C"/>
            </a:solidFill>
            <a:prstDash val="solid"/>
          </a:ln>
        </p:spPr>
      </p:sp>
      <p:sp>
        <p:nvSpPr>
          <p:cNvPr id="44" name="Shape 42"/>
          <p:cNvSpPr/>
          <p:nvPr/>
        </p:nvSpPr>
        <p:spPr>
          <a:xfrm>
            <a:off x="4069080" y="3044952"/>
            <a:ext cx="338328" cy="310896"/>
          </a:xfrm>
          <a:prstGeom prst="chevron">
            <a:avLst/>
          </a:prstGeom>
          <a:solidFill>
            <a:srgbClr val="0E8F87"/>
          </a:solidFill>
          <a:ln w="12700">
            <a:solidFill>
              <a:srgbClr val="0E8F87">
                <a:alpha val="0"/>
              </a:srgbClr>
            </a:solidFill>
            <a:prstDash val="solid"/>
          </a:ln>
        </p:spPr>
      </p:sp>
      <p:sp>
        <p:nvSpPr>
          <p:cNvPr id="45" name="Shape 43"/>
          <p:cNvSpPr/>
          <p:nvPr/>
        </p:nvSpPr>
        <p:spPr>
          <a:xfrm>
            <a:off x="4489704" y="1737360"/>
            <a:ext cx="1508760" cy="3218688"/>
          </a:xfrm>
          <a:prstGeom prst="roundRect">
            <a:avLst>
              <a:gd name="adj" fmla="val 3636"/>
            </a:avLst>
          </a:prstGeom>
          <a:solidFill>
            <a:srgbClr val="FFFFFF"/>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4910328" y="2048256"/>
            <a:ext cx="667512" cy="667512"/>
          </a:xfrm>
          <a:prstGeom prst="ellipse">
            <a:avLst/>
          </a:prstGeom>
          <a:solidFill>
            <a:srgbClr val="FF5E68"/>
          </a:solidFill>
          <a:ln w="12700">
            <a:solidFill>
              <a:srgbClr val="FF5E68"/>
            </a:solidFill>
            <a:prstDash val="solid"/>
          </a:ln>
        </p:spPr>
      </p:sp>
      <p:sp>
        <p:nvSpPr>
          <p:cNvPr id="47" name="Shape 45"/>
          <p:cNvSpPr/>
          <p:nvPr/>
        </p:nvSpPr>
        <p:spPr>
          <a:xfrm>
            <a:off x="6062472" y="3044952"/>
            <a:ext cx="338328" cy="310896"/>
          </a:xfrm>
          <a:prstGeom prst="chevron">
            <a:avLst/>
          </a:prstGeom>
          <a:solidFill>
            <a:srgbClr val="0E8F87"/>
          </a:solidFill>
          <a:ln w="12700">
            <a:solidFill>
              <a:srgbClr val="0E8F87">
                <a:alpha val="0"/>
              </a:srgbClr>
            </a:solidFill>
            <a:prstDash val="solid"/>
          </a:ln>
        </p:spPr>
      </p:sp>
      <p:sp>
        <p:nvSpPr>
          <p:cNvPr id="48" name="Shape 46"/>
          <p:cNvSpPr/>
          <p:nvPr/>
        </p:nvSpPr>
        <p:spPr>
          <a:xfrm>
            <a:off x="6483096" y="1737360"/>
            <a:ext cx="1508760" cy="3218688"/>
          </a:xfrm>
          <a:prstGeom prst="roundRect">
            <a:avLst>
              <a:gd name="adj" fmla="val 3636"/>
            </a:avLst>
          </a:prstGeom>
          <a:solidFill>
            <a:srgbClr val="FFFFFF"/>
          </a:solidFill>
          <a:ln w="12700">
            <a:solidFill>
              <a:srgbClr val="4F9BFF"/>
            </a:solidFill>
            <a:prstDash val="solid"/>
          </a:ln>
          <a:effectLst>
            <a:outerShdw sx="100000" sy="100000" kx="0" ky="0" algn="bl" rotWithShape="0" blurRad="12700" dist="50800" dir="2700000">
              <a:srgbClr val="000000">
                <a:alpha val="13000"/>
              </a:srgbClr>
            </a:outerShdw>
          </a:effectLst>
        </p:spPr>
      </p:sp>
      <p:sp>
        <p:nvSpPr>
          <p:cNvPr id="49" name="Shape 47"/>
          <p:cNvSpPr/>
          <p:nvPr/>
        </p:nvSpPr>
        <p:spPr>
          <a:xfrm>
            <a:off x="6903720" y="2048256"/>
            <a:ext cx="667512" cy="667512"/>
          </a:xfrm>
          <a:prstGeom prst="ellipse">
            <a:avLst/>
          </a:prstGeom>
          <a:solidFill>
            <a:srgbClr val="4F9BFF"/>
          </a:solidFill>
          <a:ln w="12700">
            <a:solidFill>
              <a:srgbClr val="4F9BFF"/>
            </a:solidFill>
            <a:prstDash val="solid"/>
          </a:ln>
        </p:spPr>
      </p:sp>
      <p:sp>
        <p:nvSpPr>
          <p:cNvPr id="50" name="Shape 48"/>
          <p:cNvSpPr/>
          <p:nvPr/>
        </p:nvSpPr>
        <p:spPr>
          <a:xfrm>
            <a:off x="8055864" y="3044952"/>
            <a:ext cx="338328" cy="310896"/>
          </a:xfrm>
          <a:prstGeom prst="chevron">
            <a:avLst/>
          </a:prstGeom>
          <a:solidFill>
            <a:srgbClr val="0E8F87"/>
          </a:solidFill>
          <a:ln w="12700">
            <a:solidFill>
              <a:srgbClr val="0E8F87">
                <a:alpha val="0"/>
              </a:srgbClr>
            </a:solidFill>
            <a:prstDash val="solid"/>
          </a:ln>
        </p:spPr>
      </p:sp>
      <p:sp>
        <p:nvSpPr>
          <p:cNvPr id="51" name="Shape 49"/>
          <p:cNvSpPr/>
          <p:nvPr/>
        </p:nvSpPr>
        <p:spPr>
          <a:xfrm>
            <a:off x="8476488" y="1737360"/>
            <a:ext cx="1508760" cy="3218688"/>
          </a:xfrm>
          <a:prstGeom prst="roundRect">
            <a:avLst>
              <a:gd name="adj" fmla="val 3636"/>
            </a:avLst>
          </a:prstGeom>
          <a:solidFill>
            <a:srgbClr val="FFFFFF"/>
          </a:solidFill>
          <a:ln w="12700">
            <a:solidFill>
              <a:srgbClr val="0E8F87"/>
            </a:solidFill>
            <a:prstDash val="solid"/>
          </a:ln>
          <a:effectLst>
            <a:outerShdw sx="100000" sy="100000" kx="0" ky="0" algn="bl" rotWithShape="0" blurRad="12700" dist="50800" dir="2700000">
              <a:srgbClr val="000000">
                <a:alpha val="13000"/>
              </a:srgbClr>
            </a:outerShdw>
          </a:effectLst>
        </p:spPr>
      </p:sp>
      <p:sp>
        <p:nvSpPr>
          <p:cNvPr id="52" name="Shape 50"/>
          <p:cNvSpPr/>
          <p:nvPr/>
        </p:nvSpPr>
        <p:spPr>
          <a:xfrm>
            <a:off x="8897112" y="2048256"/>
            <a:ext cx="667512" cy="667512"/>
          </a:xfrm>
          <a:prstGeom prst="ellipse">
            <a:avLst/>
          </a:prstGeom>
          <a:solidFill>
            <a:srgbClr val="0E8F87"/>
          </a:solidFill>
          <a:ln w="12700">
            <a:solidFill>
              <a:srgbClr val="0E8F87"/>
            </a:solidFill>
            <a:prstDash val="solid"/>
          </a:ln>
        </p:spPr>
      </p:sp>
      <p:sp>
        <p:nvSpPr>
          <p:cNvPr id="53" name="Shape 51"/>
          <p:cNvSpPr/>
          <p:nvPr/>
        </p:nvSpPr>
        <p:spPr>
          <a:xfrm>
            <a:off x="10049256" y="3044952"/>
            <a:ext cx="338328" cy="310896"/>
          </a:xfrm>
          <a:prstGeom prst="chevron">
            <a:avLst/>
          </a:prstGeom>
          <a:solidFill>
            <a:srgbClr val="0E8F87"/>
          </a:solidFill>
          <a:ln w="12700">
            <a:solidFill>
              <a:srgbClr val="0E8F87">
                <a:alpha val="0"/>
              </a:srgbClr>
            </a:solidFill>
            <a:prstDash val="solid"/>
          </a:ln>
        </p:spPr>
      </p:sp>
      <p:sp>
        <p:nvSpPr>
          <p:cNvPr id="54" name="Shape 52"/>
          <p:cNvSpPr/>
          <p:nvPr/>
        </p:nvSpPr>
        <p:spPr>
          <a:xfrm>
            <a:off x="10469880" y="1737360"/>
            <a:ext cx="1508760" cy="3218688"/>
          </a:xfrm>
          <a:prstGeom prst="roundRect">
            <a:avLst>
              <a:gd name="adj" fmla="val 3636"/>
            </a:avLst>
          </a:prstGeom>
          <a:solidFill>
            <a:srgbClr val="FFFFFF"/>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55" name="Shape 53"/>
          <p:cNvSpPr/>
          <p:nvPr/>
        </p:nvSpPr>
        <p:spPr>
          <a:xfrm>
            <a:off x="10890504" y="2048256"/>
            <a:ext cx="667512" cy="667512"/>
          </a:xfrm>
          <a:prstGeom prst="ellipse">
            <a:avLst/>
          </a:prstGeom>
          <a:solidFill>
            <a:srgbClr val="B7F34A"/>
          </a:solidFill>
          <a:ln w="12700">
            <a:solidFill>
              <a:srgbClr val="B7F34A"/>
            </a:solidFill>
            <a:prstDash val="solid"/>
          </a:ln>
        </p:spPr>
      </p:sp>
      <p:sp>
        <p:nvSpPr>
          <p:cNvPr id="56" name="Shape 54"/>
          <p:cNvSpPr/>
          <p:nvPr/>
        </p:nvSpPr>
        <p:spPr>
          <a:xfrm>
            <a:off x="960120" y="5376672"/>
            <a:ext cx="10241280" cy="658368"/>
          </a:xfrm>
          <a:prstGeom prst="roundRect">
            <a:avLst>
              <a:gd name="adj" fmla="val 8333"/>
            </a:avLst>
          </a:prstGeom>
          <a:solidFill>
            <a:srgbClr val="081522"/>
          </a:solidFill>
          <a:ln w="12700">
            <a:solidFill>
              <a:srgbClr val="081522"/>
            </a:solidFill>
            <a:prstDash val="solid"/>
          </a:ln>
          <a:effectLst>
            <a:outerShdw sx="100000" sy="100000" kx="0" ky="0" algn="bl" rotWithShape="0" blurRad="12700" dist="50800" dir="2700000">
              <a:srgbClr val="000000">
                <a:alpha val="13000"/>
              </a:srgbClr>
            </a:outerShdw>
          </a:effectLst>
        </p:spPr>
      </p:sp>
      <p:pic>
        <p:nvPicPr>
          <p:cNvPr id="58"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9"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60"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61"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62" name="Image 4" descr="preencoded.png">    </p:cNvPr>
          <p:cNvPicPr>
            <a:picLocks noChangeAspect="1"/>
          </p:cNvPicPr>
          <p:nvPr/>
        </p:nvPicPr>
        <p:blipFill>
          <a:blip r:embed="rId5"/>
          <a:stretch>
            <a:fillRect/>
          </a:stretch>
        </p:blipFill>
        <p:spPr>
          <a:xfrm>
            <a:off x="969264" y="2212848"/>
            <a:ext cx="576072" cy="228600"/>
          </a:xfrm>
          <a:prstGeom prst="rect">
            <a:avLst/>
          </a:prstGeom>
        </p:spPr>
      </p:pic>
      <p:pic>
        <p:nvPicPr>
          <p:cNvPr id="63" name="Image 5" descr="preencoded.png">    </p:cNvPr>
          <p:cNvPicPr>
            <a:picLocks noChangeAspect="1"/>
          </p:cNvPicPr>
          <p:nvPr/>
        </p:nvPicPr>
        <p:blipFill>
          <a:blip r:embed="rId6"/>
          <a:stretch>
            <a:fillRect/>
          </a:stretch>
        </p:blipFill>
        <p:spPr>
          <a:xfrm>
            <a:off x="667512" y="2990088"/>
            <a:ext cx="1179576" cy="301752"/>
          </a:xfrm>
          <a:prstGeom prst="rect">
            <a:avLst/>
          </a:prstGeom>
        </p:spPr>
      </p:pic>
      <p:pic>
        <p:nvPicPr>
          <p:cNvPr id="64" name="Image 6" descr="preencoded.png">    </p:cNvPr>
          <p:cNvPicPr>
            <a:picLocks noChangeAspect="1"/>
          </p:cNvPicPr>
          <p:nvPr/>
        </p:nvPicPr>
        <p:blipFill>
          <a:blip r:embed="rId7"/>
          <a:stretch>
            <a:fillRect/>
          </a:stretch>
        </p:blipFill>
        <p:spPr>
          <a:xfrm>
            <a:off x="667512" y="3547872"/>
            <a:ext cx="1179576" cy="768096"/>
          </a:xfrm>
          <a:prstGeom prst="rect">
            <a:avLst/>
          </a:prstGeom>
        </p:spPr>
      </p:pic>
      <p:pic>
        <p:nvPicPr>
          <p:cNvPr id="65" name="Image 7" descr="preencoded.png">    </p:cNvPr>
          <p:cNvPicPr>
            <a:picLocks noChangeAspect="1"/>
          </p:cNvPicPr>
          <p:nvPr/>
        </p:nvPicPr>
        <p:blipFill>
          <a:blip r:embed="rId8"/>
          <a:stretch>
            <a:fillRect/>
          </a:stretch>
        </p:blipFill>
        <p:spPr>
          <a:xfrm>
            <a:off x="2962656" y="2212848"/>
            <a:ext cx="576072" cy="228600"/>
          </a:xfrm>
          <a:prstGeom prst="rect">
            <a:avLst/>
          </a:prstGeom>
        </p:spPr>
      </p:pic>
      <p:pic>
        <p:nvPicPr>
          <p:cNvPr id="66" name="Image 8" descr="preencoded.png">    </p:cNvPr>
          <p:cNvPicPr>
            <a:picLocks noChangeAspect="1"/>
          </p:cNvPicPr>
          <p:nvPr/>
        </p:nvPicPr>
        <p:blipFill>
          <a:blip r:embed="rId9"/>
          <a:stretch>
            <a:fillRect/>
          </a:stretch>
        </p:blipFill>
        <p:spPr>
          <a:xfrm>
            <a:off x="2660904" y="2990088"/>
            <a:ext cx="1179576" cy="301752"/>
          </a:xfrm>
          <a:prstGeom prst="rect">
            <a:avLst/>
          </a:prstGeom>
        </p:spPr>
      </p:pic>
      <p:pic>
        <p:nvPicPr>
          <p:cNvPr id="67" name="Image 9" descr="preencoded.png">    </p:cNvPr>
          <p:cNvPicPr>
            <a:picLocks noChangeAspect="1"/>
          </p:cNvPicPr>
          <p:nvPr/>
        </p:nvPicPr>
        <p:blipFill>
          <a:blip r:embed="rId10"/>
          <a:stretch>
            <a:fillRect/>
          </a:stretch>
        </p:blipFill>
        <p:spPr>
          <a:xfrm>
            <a:off x="2660904" y="3547872"/>
            <a:ext cx="1179576" cy="768096"/>
          </a:xfrm>
          <a:prstGeom prst="rect">
            <a:avLst/>
          </a:prstGeom>
        </p:spPr>
      </p:pic>
      <p:pic>
        <p:nvPicPr>
          <p:cNvPr id="68" name="Image 10" descr="preencoded.png">    </p:cNvPr>
          <p:cNvPicPr>
            <a:picLocks noChangeAspect="1"/>
          </p:cNvPicPr>
          <p:nvPr/>
        </p:nvPicPr>
        <p:blipFill>
          <a:blip r:embed="rId11"/>
          <a:stretch>
            <a:fillRect/>
          </a:stretch>
        </p:blipFill>
        <p:spPr>
          <a:xfrm>
            <a:off x="4956048" y="2212848"/>
            <a:ext cx="576072" cy="228600"/>
          </a:xfrm>
          <a:prstGeom prst="rect">
            <a:avLst/>
          </a:prstGeom>
        </p:spPr>
      </p:pic>
      <p:pic>
        <p:nvPicPr>
          <p:cNvPr id="69" name="Image 11" descr="preencoded.png">    </p:cNvPr>
          <p:cNvPicPr>
            <a:picLocks noChangeAspect="1"/>
          </p:cNvPicPr>
          <p:nvPr/>
        </p:nvPicPr>
        <p:blipFill>
          <a:blip r:embed="rId12"/>
          <a:stretch>
            <a:fillRect/>
          </a:stretch>
        </p:blipFill>
        <p:spPr>
          <a:xfrm>
            <a:off x="4654296" y="2990088"/>
            <a:ext cx="1179576" cy="301752"/>
          </a:xfrm>
          <a:prstGeom prst="rect">
            <a:avLst/>
          </a:prstGeom>
        </p:spPr>
      </p:pic>
      <p:pic>
        <p:nvPicPr>
          <p:cNvPr id="70" name="Image 12" descr="preencoded.png">    </p:cNvPr>
          <p:cNvPicPr>
            <a:picLocks noChangeAspect="1"/>
          </p:cNvPicPr>
          <p:nvPr/>
        </p:nvPicPr>
        <p:blipFill>
          <a:blip r:embed="rId13"/>
          <a:stretch>
            <a:fillRect/>
          </a:stretch>
        </p:blipFill>
        <p:spPr>
          <a:xfrm>
            <a:off x="4654296" y="3547872"/>
            <a:ext cx="1179576" cy="768096"/>
          </a:xfrm>
          <a:prstGeom prst="rect">
            <a:avLst/>
          </a:prstGeom>
        </p:spPr>
      </p:pic>
      <p:pic>
        <p:nvPicPr>
          <p:cNvPr id="71" name="Image 13" descr="preencoded.png">    </p:cNvPr>
          <p:cNvPicPr>
            <a:picLocks noChangeAspect="1"/>
          </p:cNvPicPr>
          <p:nvPr/>
        </p:nvPicPr>
        <p:blipFill>
          <a:blip r:embed="rId14"/>
          <a:stretch>
            <a:fillRect/>
          </a:stretch>
        </p:blipFill>
        <p:spPr>
          <a:xfrm>
            <a:off x="6949440" y="2212848"/>
            <a:ext cx="576072" cy="228600"/>
          </a:xfrm>
          <a:prstGeom prst="rect">
            <a:avLst/>
          </a:prstGeom>
        </p:spPr>
      </p:pic>
      <p:pic>
        <p:nvPicPr>
          <p:cNvPr id="72" name="Image 14" descr="preencoded.png">    </p:cNvPr>
          <p:cNvPicPr>
            <a:picLocks noChangeAspect="1"/>
          </p:cNvPicPr>
          <p:nvPr/>
        </p:nvPicPr>
        <p:blipFill>
          <a:blip r:embed="rId15"/>
          <a:stretch>
            <a:fillRect/>
          </a:stretch>
        </p:blipFill>
        <p:spPr>
          <a:xfrm>
            <a:off x="6647688" y="2990088"/>
            <a:ext cx="1179576" cy="301752"/>
          </a:xfrm>
          <a:prstGeom prst="rect">
            <a:avLst/>
          </a:prstGeom>
        </p:spPr>
      </p:pic>
      <p:pic>
        <p:nvPicPr>
          <p:cNvPr id="73" name="Image 15" descr="preencoded.png">    </p:cNvPr>
          <p:cNvPicPr>
            <a:picLocks noChangeAspect="1"/>
          </p:cNvPicPr>
          <p:nvPr/>
        </p:nvPicPr>
        <p:blipFill>
          <a:blip r:embed="rId16"/>
          <a:stretch>
            <a:fillRect/>
          </a:stretch>
        </p:blipFill>
        <p:spPr>
          <a:xfrm>
            <a:off x="6647688" y="3547872"/>
            <a:ext cx="1179576" cy="768096"/>
          </a:xfrm>
          <a:prstGeom prst="rect">
            <a:avLst/>
          </a:prstGeom>
        </p:spPr>
      </p:pic>
      <p:pic>
        <p:nvPicPr>
          <p:cNvPr id="74" name="Image 16" descr="preencoded.png">    </p:cNvPr>
          <p:cNvPicPr>
            <a:picLocks noChangeAspect="1"/>
          </p:cNvPicPr>
          <p:nvPr/>
        </p:nvPicPr>
        <p:blipFill>
          <a:blip r:embed="rId17"/>
          <a:stretch>
            <a:fillRect/>
          </a:stretch>
        </p:blipFill>
        <p:spPr>
          <a:xfrm>
            <a:off x="8942832" y="2212848"/>
            <a:ext cx="576072" cy="228600"/>
          </a:xfrm>
          <a:prstGeom prst="rect">
            <a:avLst/>
          </a:prstGeom>
        </p:spPr>
      </p:pic>
      <p:pic>
        <p:nvPicPr>
          <p:cNvPr id="75" name="Image 17" descr="preencoded.png">    </p:cNvPr>
          <p:cNvPicPr>
            <a:picLocks noChangeAspect="1"/>
          </p:cNvPicPr>
          <p:nvPr/>
        </p:nvPicPr>
        <p:blipFill>
          <a:blip r:embed="rId18"/>
          <a:stretch>
            <a:fillRect/>
          </a:stretch>
        </p:blipFill>
        <p:spPr>
          <a:xfrm>
            <a:off x="8641080" y="2990088"/>
            <a:ext cx="1179576" cy="301752"/>
          </a:xfrm>
          <a:prstGeom prst="rect">
            <a:avLst/>
          </a:prstGeom>
        </p:spPr>
      </p:pic>
      <p:pic>
        <p:nvPicPr>
          <p:cNvPr id="76" name="Image 18" descr="preencoded.png">    </p:cNvPr>
          <p:cNvPicPr>
            <a:picLocks noChangeAspect="1"/>
          </p:cNvPicPr>
          <p:nvPr/>
        </p:nvPicPr>
        <p:blipFill>
          <a:blip r:embed="rId19"/>
          <a:stretch>
            <a:fillRect/>
          </a:stretch>
        </p:blipFill>
        <p:spPr>
          <a:xfrm>
            <a:off x="8641080" y="3547872"/>
            <a:ext cx="1179576" cy="768096"/>
          </a:xfrm>
          <a:prstGeom prst="rect">
            <a:avLst/>
          </a:prstGeom>
        </p:spPr>
      </p:pic>
      <p:pic>
        <p:nvPicPr>
          <p:cNvPr id="77" name="Image 19" descr="preencoded.png">    </p:cNvPr>
          <p:cNvPicPr>
            <a:picLocks noChangeAspect="1"/>
          </p:cNvPicPr>
          <p:nvPr/>
        </p:nvPicPr>
        <p:blipFill>
          <a:blip r:embed="rId20"/>
          <a:stretch>
            <a:fillRect/>
          </a:stretch>
        </p:blipFill>
        <p:spPr>
          <a:xfrm>
            <a:off x="10936224" y="2212848"/>
            <a:ext cx="576072" cy="228600"/>
          </a:xfrm>
          <a:prstGeom prst="rect">
            <a:avLst/>
          </a:prstGeom>
        </p:spPr>
      </p:pic>
      <p:pic>
        <p:nvPicPr>
          <p:cNvPr id="78" name="Image 20" descr="preencoded.png">    </p:cNvPr>
          <p:cNvPicPr>
            <a:picLocks noChangeAspect="1"/>
          </p:cNvPicPr>
          <p:nvPr/>
        </p:nvPicPr>
        <p:blipFill>
          <a:blip r:embed="rId21"/>
          <a:stretch>
            <a:fillRect/>
          </a:stretch>
        </p:blipFill>
        <p:spPr>
          <a:xfrm>
            <a:off x="10634472" y="2990088"/>
            <a:ext cx="1179576" cy="301752"/>
          </a:xfrm>
          <a:prstGeom prst="rect">
            <a:avLst/>
          </a:prstGeom>
        </p:spPr>
      </p:pic>
      <p:pic>
        <p:nvPicPr>
          <p:cNvPr id="79" name="Image 21" descr="preencoded.png">    </p:cNvPr>
          <p:cNvPicPr>
            <a:picLocks noChangeAspect="1"/>
          </p:cNvPicPr>
          <p:nvPr/>
        </p:nvPicPr>
        <p:blipFill>
          <a:blip r:embed="rId22"/>
          <a:stretch>
            <a:fillRect/>
          </a:stretch>
        </p:blipFill>
        <p:spPr>
          <a:xfrm>
            <a:off x="10634472" y="3547872"/>
            <a:ext cx="1179576" cy="768096"/>
          </a:xfrm>
          <a:prstGeom prst="rect">
            <a:avLst/>
          </a:prstGeom>
        </p:spPr>
      </p:pic>
      <p:pic>
        <p:nvPicPr>
          <p:cNvPr id="80" name="Image 22" descr="preencoded.png">    </p:cNvPr>
          <p:cNvPicPr>
            <a:picLocks noChangeAspect="1"/>
          </p:cNvPicPr>
          <p:nvPr/>
        </p:nvPicPr>
        <p:blipFill>
          <a:blip r:embed="rId23"/>
          <a:stretch>
            <a:fillRect/>
          </a:stretch>
        </p:blipFill>
        <p:spPr>
          <a:xfrm>
            <a:off x="1225296" y="5559552"/>
            <a:ext cx="1143000" cy="228600"/>
          </a:xfrm>
          <a:prstGeom prst="rect">
            <a:avLst/>
          </a:prstGeom>
        </p:spPr>
      </p:pic>
      <p:pic>
        <p:nvPicPr>
          <p:cNvPr id="81" name="Image 23" descr="preencoded.png">    </p:cNvPr>
          <p:cNvPicPr>
            <a:picLocks noChangeAspect="1"/>
          </p:cNvPicPr>
          <p:nvPr/>
        </p:nvPicPr>
        <p:blipFill>
          <a:blip r:embed="rId24"/>
          <a:stretch>
            <a:fillRect/>
          </a:stretch>
        </p:blipFill>
        <p:spPr>
          <a:xfrm>
            <a:off x="2487168" y="5495544"/>
            <a:ext cx="8138160" cy="347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40080" y="1417320"/>
            <a:ext cx="5321808" cy="1170432"/>
          </a:xfrm>
          <a:prstGeom prst="roundRect">
            <a:avLst>
              <a:gd name="adj" fmla="val 4688"/>
            </a:avLst>
          </a:prstGeom>
          <a:solidFill>
            <a:srgbClr val="10263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1499616" y="1636776"/>
            <a:ext cx="0" cy="731520"/>
          </a:xfrm>
          <a:prstGeom prst="line">
            <a:avLst/>
          </a:prstGeom>
          <a:noFill/>
          <a:ln w="25400">
            <a:solidFill>
              <a:srgbClr val="2DD4BF"/>
            </a:solidFill>
            <a:prstDash val="solid"/>
          </a:ln>
        </p:spPr>
      </p:sp>
      <p:sp>
        <p:nvSpPr>
          <p:cNvPr id="41" name="Shape 39"/>
          <p:cNvSpPr/>
          <p:nvPr/>
        </p:nvSpPr>
        <p:spPr>
          <a:xfrm>
            <a:off x="6291072" y="1417320"/>
            <a:ext cx="5321808" cy="1170432"/>
          </a:xfrm>
          <a:prstGeom prst="roundRect">
            <a:avLst>
              <a:gd name="adj" fmla="val 4688"/>
            </a:avLst>
          </a:prstGeom>
          <a:solidFill>
            <a:srgbClr val="10263A"/>
          </a:solidFill>
          <a:ln w="12700">
            <a:solidFill>
              <a:srgbClr val="4F9BFF"/>
            </a:solidFill>
            <a:prstDash val="solid"/>
          </a:ln>
          <a:effectLst>
            <a:outerShdw sx="100000" sy="100000" kx="0" ky="0" algn="bl" rotWithShape="0" blurRad="12700" dist="50800" dir="2700000">
              <a:srgbClr val="000000">
                <a:alpha val="13000"/>
              </a:srgbClr>
            </a:outerShdw>
          </a:effectLst>
        </p:spPr>
      </p:sp>
      <p:sp>
        <p:nvSpPr>
          <p:cNvPr id="42" name="Shape 40"/>
          <p:cNvSpPr/>
          <p:nvPr/>
        </p:nvSpPr>
        <p:spPr>
          <a:xfrm>
            <a:off x="7150608" y="1636776"/>
            <a:ext cx="0" cy="731520"/>
          </a:xfrm>
          <a:prstGeom prst="line">
            <a:avLst/>
          </a:prstGeom>
          <a:noFill/>
          <a:ln w="25400">
            <a:solidFill>
              <a:srgbClr val="4F9BFF"/>
            </a:solidFill>
            <a:prstDash val="solid"/>
          </a:ln>
        </p:spPr>
      </p:sp>
      <p:sp>
        <p:nvSpPr>
          <p:cNvPr id="43" name="Shape 41"/>
          <p:cNvSpPr/>
          <p:nvPr/>
        </p:nvSpPr>
        <p:spPr>
          <a:xfrm>
            <a:off x="640080" y="2907792"/>
            <a:ext cx="5321808" cy="1170432"/>
          </a:xfrm>
          <a:prstGeom prst="roundRect">
            <a:avLst>
              <a:gd name="adj" fmla="val 4688"/>
            </a:avLst>
          </a:prstGeom>
          <a:solidFill>
            <a:srgbClr val="17344A"/>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4" name="Shape 42"/>
          <p:cNvSpPr/>
          <p:nvPr/>
        </p:nvSpPr>
        <p:spPr>
          <a:xfrm>
            <a:off x="1499616" y="3127248"/>
            <a:ext cx="0" cy="731520"/>
          </a:xfrm>
          <a:prstGeom prst="line">
            <a:avLst/>
          </a:prstGeom>
          <a:noFill/>
          <a:ln w="25400">
            <a:solidFill>
              <a:srgbClr val="FF5E68"/>
            </a:solidFill>
            <a:prstDash val="solid"/>
          </a:ln>
        </p:spPr>
      </p:sp>
      <p:sp>
        <p:nvSpPr>
          <p:cNvPr id="45" name="Shape 43"/>
          <p:cNvSpPr/>
          <p:nvPr/>
        </p:nvSpPr>
        <p:spPr>
          <a:xfrm>
            <a:off x="6291072" y="2907792"/>
            <a:ext cx="5321808" cy="1170432"/>
          </a:xfrm>
          <a:prstGeom prst="roundRect">
            <a:avLst>
              <a:gd name="adj" fmla="val 4688"/>
            </a:avLst>
          </a:prstGeom>
          <a:solidFill>
            <a:srgbClr val="17344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7150608" y="3127248"/>
            <a:ext cx="0" cy="731520"/>
          </a:xfrm>
          <a:prstGeom prst="line">
            <a:avLst/>
          </a:prstGeom>
          <a:noFill/>
          <a:ln w="25400">
            <a:solidFill>
              <a:srgbClr val="FF8A4C"/>
            </a:solidFill>
            <a:prstDash val="solid"/>
          </a:ln>
        </p:spPr>
      </p:sp>
      <p:sp>
        <p:nvSpPr>
          <p:cNvPr id="47" name="Shape 45"/>
          <p:cNvSpPr/>
          <p:nvPr/>
        </p:nvSpPr>
        <p:spPr>
          <a:xfrm>
            <a:off x="640080" y="4398264"/>
            <a:ext cx="5321808" cy="1170432"/>
          </a:xfrm>
          <a:prstGeom prst="roundRect">
            <a:avLst>
              <a:gd name="adj" fmla="val 4688"/>
            </a:avLst>
          </a:prstGeom>
          <a:solidFill>
            <a:srgbClr val="10263A"/>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48" name="Shape 46"/>
          <p:cNvSpPr/>
          <p:nvPr/>
        </p:nvSpPr>
        <p:spPr>
          <a:xfrm>
            <a:off x="1499616" y="4617720"/>
            <a:ext cx="0" cy="731520"/>
          </a:xfrm>
          <a:prstGeom prst="line">
            <a:avLst/>
          </a:prstGeom>
          <a:noFill/>
          <a:ln w="25400">
            <a:solidFill>
              <a:srgbClr val="B7F34A"/>
            </a:solidFill>
            <a:prstDash val="solid"/>
          </a:ln>
        </p:spPr>
      </p:sp>
      <p:sp>
        <p:nvSpPr>
          <p:cNvPr id="49" name="Shape 47"/>
          <p:cNvSpPr/>
          <p:nvPr/>
        </p:nvSpPr>
        <p:spPr>
          <a:xfrm>
            <a:off x="6291072" y="4398264"/>
            <a:ext cx="5321808" cy="1170432"/>
          </a:xfrm>
          <a:prstGeom prst="roundRect">
            <a:avLst>
              <a:gd name="adj" fmla="val 4688"/>
            </a:avLst>
          </a:prstGeom>
          <a:solidFill>
            <a:srgbClr val="10263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50" name="Shape 48"/>
          <p:cNvSpPr/>
          <p:nvPr/>
        </p:nvSpPr>
        <p:spPr>
          <a:xfrm>
            <a:off x="7150608" y="4617720"/>
            <a:ext cx="0" cy="731520"/>
          </a:xfrm>
          <a:prstGeom prst="line">
            <a:avLst/>
          </a:prstGeom>
          <a:noFill/>
          <a:ln w="25400">
            <a:solidFill>
              <a:srgbClr val="2DD4BF"/>
            </a:solidFill>
            <a:prstDash val="solid"/>
          </a:ln>
        </p:spPr>
      </p:sp>
      <p:pic>
        <p:nvPicPr>
          <p:cNvPr id="52"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3"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4"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5"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6" name="Image 4" descr="preencoded.png">    </p:cNvPr>
          <p:cNvPicPr>
            <a:picLocks noChangeAspect="1"/>
          </p:cNvPicPr>
          <p:nvPr/>
        </p:nvPicPr>
        <p:blipFill>
          <a:blip r:embed="rId5"/>
          <a:stretch>
            <a:fillRect/>
          </a:stretch>
        </p:blipFill>
        <p:spPr>
          <a:xfrm>
            <a:off x="850392" y="1673352"/>
            <a:ext cx="502920" cy="384048"/>
          </a:xfrm>
          <a:prstGeom prst="rect">
            <a:avLst/>
          </a:prstGeom>
        </p:spPr>
      </p:pic>
      <p:pic>
        <p:nvPicPr>
          <p:cNvPr id="57" name="Image 5" descr="preencoded.png">    </p:cNvPr>
          <p:cNvPicPr>
            <a:picLocks noChangeAspect="1"/>
          </p:cNvPicPr>
          <p:nvPr/>
        </p:nvPicPr>
        <p:blipFill>
          <a:blip r:embed="rId6"/>
          <a:stretch>
            <a:fillRect/>
          </a:stretch>
        </p:blipFill>
        <p:spPr>
          <a:xfrm>
            <a:off x="1719072" y="1581912"/>
            <a:ext cx="1664208" cy="292608"/>
          </a:xfrm>
          <a:prstGeom prst="rect">
            <a:avLst/>
          </a:prstGeom>
        </p:spPr>
      </p:pic>
      <p:pic>
        <p:nvPicPr>
          <p:cNvPr id="58" name="Image 6" descr="preencoded.png">    </p:cNvPr>
          <p:cNvPicPr>
            <a:picLocks noChangeAspect="1"/>
          </p:cNvPicPr>
          <p:nvPr/>
        </p:nvPicPr>
        <p:blipFill>
          <a:blip r:embed="rId7"/>
          <a:stretch>
            <a:fillRect/>
          </a:stretch>
        </p:blipFill>
        <p:spPr>
          <a:xfrm>
            <a:off x="1719072" y="1938528"/>
            <a:ext cx="3840480" cy="384048"/>
          </a:xfrm>
          <a:prstGeom prst="rect">
            <a:avLst/>
          </a:prstGeom>
        </p:spPr>
      </p:pic>
      <p:pic>
        <p:nvPicPr>
          <p:cNvPr id="59" name="Image 7" descr="preencoded.png">    </p:cNvPr>
          <p:cNvPicPr>
            <a:picLocks noChangeAspect="1"/>
          </p:cNvPicPr>
          <p:nvPr/>
        </p:nvPicPr>
        <p:blipFill>
          <a:blip r:embed="rId8"/>
          <a:stretch>
            <a:fillRect/>
          </a:stretch>
        </p:blipFill>
        <p:spPr>
          <a:xfrm>
            <a:off x="6501384" y="1673352"/>
            <a:ext cx="502920" cy="384048"/>
          </a:xfrm>
          <a:prstGeom prst="rect">
            <a:avLst/>
          </a:prstGeom>
        </p:spPr>
      </p:pic>
      <p:pic>
        <p:nvPicPr>
          <p:cNvPr id="60" name="Image 8" descr="preencoded.png">    </p:cNvPr>
          <p:cNvPicPr>
            <a:picLocks noChangeAspect="1"/>
          </p:cNvPicPr>
          <p:nvPr/>
        </p:nvPicPr>
        <p:blipFill>
          <a:blip r:embed="rId9"/>
          <a:stretch>
            <a:fillRect/>
          </a:stretch>
        </p:blipFill>
        <p:spPr>
          <a:xfrm>
            <a:off x="7370064" y="1581912"/>
            <a:ext cx="1664208" cy="292608"/>
          </a:xfrm>
          <a:prstGeom prst="rect">
            <a:avLst/>
          </a:prstGeom>
        </p:spPr>
      </p:pic>
      <p:pic>
        <p:nvPicPr>
          <p:cNvPr id="61" name="Image 9" descr="preencoded.png">    </p:cNvPr>
          <p:cNvPicPr>
            <a:picLocks noChangeAspect="1"/>
          </p:cNvPicPr>
          <p:nvPr/>
        </p:nvPicPr>
        <p:blipFill>
          <a:blip r:embed="rId10"/>
          <a:stretch>
            <a:fillRect/>
          </a:stretch>
        </p:blipFill>
        <p:spPr>
          <a:xfrm>
            <a:off x="7370064" y="1938528"/>
            <a:ext cx="3840480" cy="384048"/>
          </a:xfrm>
          <a:prstGeom prst="rect">
            <a:avLst/>
          </a:prstGeom>
        </p:spPr>
      </p:pic>
      <p:pic>
        <p:nvPicPr>
          <p:cNvPr id="62" name="Image 10" descr="preencoded.png">    </p:cNvPr>
          <p:cNvPicPr>
            <a:picLocks noChangeAspect="1"/>
          </p:cNvPicPr>
          <p:nvPr/>
        </p:nvPicPr>
        <p:blipFill>
          <a:blip r:embed="rId11"/>
          <a:stretch>
            <a:fillRect/>
          </a:stretch>
        </p:blipFill>
        <p:spPr>
          <a:xfrm>
            <a:off x="850392" y="3163824"/>
            <a:ext cx="502920" cy="384048"/>
          </a:xfrm>
          <a:prstGeom prst="rect">
            <a:avLst/>
          </a:prstGeom>
        </p:spPr>
      </p:pic>
      <p:pic>
        <p:nvPicPr>
          <p:cNvPr id="63" name="Image 11" descr="preencoded.png">    </p:cNvPr>
          <p:cNvPicPr>
            <a:picLocks noChangeAspect="1"/>
          </p:cNvPicPr>
          <p:nvPr/>
        </p:nvPicPr>
        <p:blipFill>
          <a:blip r:embed="rId12"/>
          <a:stretch>
            <a:fillRect/>
          </a:stretch>
        </p:blipFill>
        <p:spPr>
          <a:xfrm>
            <a:off x="1719072" y="3072384"/>
            <a:ext cx="1664208" cy="292608"/>
          </a:xfrm>
          <a:prstGeom prst="rect">
            <a:avLst/>
          </a:prstGeom>
        </p:spPr>
      </p:pic>
      <p:pic>
        <p:nvPicPr>
          <p:cNvPr id="64" name="Image 12" descr="preencoded.png">    </p:cNvPr>
          <p:cNvPicPr>
            <a:picLocks noChangeAspect="1"/>
          </p:cNvPicPr>
          <p:nvPr/>
        </p:nvPicPr>
        <p:blipFill>
          <a:blip r:embed="rId13"/>
          <a:stretch>
            <a:fillRect/>
          </a:stretch>
        </p:blipFill>
        <p:spPr>
          <a:xfrm>
            <a:off x="1719072" y="3429000"/>
            <a:ext cx="3840480" cy="384048"/>
          </a:xfrm>
          <a:prstGeom prst="rect">
            <a:avLst/>
          </a:prstGeom>
        </p:spPr>
      </p:pic>
      <p:pic>
        <p:nvPicPr>
          <p:cNvPr id="65" name="Image 13" descr="preencoded.png">    </p:cNvPr>
          <p:cNvPicPr>
            <a:picLocks noChangeAspect="1"/>
          </p:cNvPicPr>
          <p:nvPr/>
        </p:nvPicPr>
        <p:blipFill>
          <a:blip r:embed="rId14"/>
          <a:stretch>
            <a:fillRect/>
          </a:stretch>
        </p:blipFill>
        <p:spPr>
          <a:xfrm>
            <a:off x="6501384" y="3163824"/>
            <a:ext cx="502920" cy="384048"/>
          </a:xfrm>
          <a:prstGeom prst="rect">
            <a:avLst/>
          </a:prstGeom>
        </p:spPr>
      </p:pic>
      <p:pic>
        <p:nvPicPr>
          <p:cNvPr id="66" name="Image 14" descr="preencoded.png">    </p:cNvPr>
          <p:cNvPicPr>
            <a:picLocks noChangeAspect="1"/>
          </p:cNvPicPr>
          <p:nvPr/>
        </p:nvPicPr>
        <p:blipFill>
          <a:blip r:embed="rId15"/>
          <a:stretch>
            <a:fillRect/>
          </a:stretch>
        </p:blipFill>
        <p:spPr>
          <a:xfrm>
            <a:off x="7370064" y="3072384"/>
            <a:ext cx="1664208" cy="292608"/>
          </a:xfrm>
          <a:prstGeom prst="rect">
            <a:avLst/>
          </a:prstGeom>
        </p:spPr>
      </p:pic>
      <p:pic>
        <p:nvPicPr>
          <p:cNvPr id="67" name="Image 15" descr="preencoded.png">    </p:cNvPr>
          <p:cNvPicPr>
            <a:picLocks noChangeAspect="1"/>
          </p:cNvPicPr>
          <p:nvPr/>
        </p:nvPicPr>
        <p:blipFill>
          <a:blip r:embed="rId16"/>
          <a:stretch>
            <a:fillRect/>
          </a:stretch>
        </p:blipFill>
        <p:spPr>
          <a:xfrm>
            <a:off x="7370064" y="3429000"/>
            <a:ext cx="3840480" cy="384048"/>
          </a:xfrm>
          <a:prstGeom prst="rect">
            <a:avLst/>
          </a:prstGeom>
        </p:spPr>
      </p:pic>
      <p:pic>
        <p:nvPicPr>
          <p:cNvPr id="68" name="Image 16" descr="preencoded.png">    </p:cNvPr>
          <p:cNvPicPr>
            <a:picLocks noChangeAspect="1"/>
          </p:cNvPicPr>
          <p:nvPr/>
        </p:nvPicPr>
        <p:blipFill>
          <a:blip r:embed="rId17"/>
          <a:stretch>
            <a:fillRect/>
          </a:stretch>
        </p:blipFill>
        <p:spPr>
          <a:xfrm>
            <a:off x="850392" y="4654296"/>
            <a:ext cx="502920" cy="384048"/>
          </a:xfrm>
          <a:prstGeom prst="rect">
            <a:avLst/>
          </a:prstGeom>
        </p:spPr>
      </p:pic>
      <p:pic>
        <p:nvPicPr>
          <p:cNvPr id="69" name="Image 17" descr="preencoded.png">    </p:cNvPr>
          <p:cNvPicPr>
            <a:picLocks noChangeAspect="1"/>
          </p:cNvPicPr>
          <p:nvPr/>
        </p:nvPicPr>
        <p:blipFill>
          <a:blip r:embed="rId18"/>
          <a:stretch>
            <a:fillRect/>
          </a:stretch>
        </p:blipFill>
        <p:spPr>
          <a:xfrm>
            <a:off x="1719072" y="4562856"/>
            <a:ext cx="1664208" cy="292608"/>
          </a:xfrm>
          <a:prstGeom prst="rect">
            <a:avLst/>
          </a:prstGeom>
        </p:spPr>
      </p:pic>
      <p:pic>
        <p:nvPicPr>
          <p:cNvPr id="70" name="Image 18" descr="preencoded.png">    </p:cNvPr>
          <p:cNvPicPr>
            <a:picLocks noChangeAspect="1"/>
          </p:cNvPicPr>
          <p:nvPr/>
        </p:nvPicPr>
        <p:blipFill>
          <a:blip r:embed="rId19"/>
          <a:stretch>
            <a:fillRect/>
          </a:stretch>
        </p:blipFill>
        <p:spPr>
          <a:xfrm>
            <a:off x="1719072" y="4919472"/>
            <a:ext cx="3840480" cy="384048"/>
          </a:xfrm>
          <a:prstGeom prst="rect">
            <a:avLst/>
          </a:prstGeom>
        </p:spPr>
      </p:pic>
      <p:pic>
        <p:nvPicPr>
          <p:cNvPr id="71" name="Image 19" descr="preencoded.png">    </p:cNvPr>
          <p:cNvPicPr>
            <a:picLocks noChangeAspect="1"/>
          </p:cNvPicPr>
          <p:nvPr/>
        </p:nvPicPr>
        <p:blipFill>
          <a:blip r:embed="rId20"/>
          <a:stretch>
            <a:fillRect/>
          </a:stretch>
        </p:blipFill>
        <p:spPr>
          <a:xfrm>
            <a:off x="6501384" y="4654296"/>
            <a:ext cx="502920" cy="384048"/>
          </a:xfrm>
          <a:prstGeom prst="rect">
            <a:avLst/>
          </a:prstGeom>
        </p:spPr>
      </p:pic>
      <p:pic>
        <p:nvPicPr>
          <p:cNvPr id="72" name="Image 20" descr="preencoded.png">    </p:cNvPr>
          <p:cNvPicPr>
            <a:picLocks noChangeAspect="1"/>
          </p:cNvPicPr>
          <p:nvPr/>
        </p:nvPicPr>
        <p:blipFill>
          <a:blip r:embed="rId21"/>
          <a:stretch>
            <a:fillRect/>
          </a:stretch>
        </p:blipFill>
        <p:spPr>
          <a:xfrm>
            <a:off x="7370064" y="4562856"/>
            <a:ext cx="1664208" cy="292608"/>
          </a:xfrm>
          <a:prstGeom prst="rect">
            <a:avLst/>
          </a:prstGeom>
        </p:spPr>
      </p:pic>
      <p:pic>
        <p:nvPicPr>
          <p:cNvPr id="73" name="Image 21" descr="preencoded.png">    </p:cNvPr>
          <p:cNvPicPr>
            <a:picLocks noChangeAspect="1"/>
          </p:cNvPicPr>
          <p:nvPr/>
        </p:nvPicPr>
        <p:blipFill>
          <a:blip r:embed="rId22"/>
          <a:stretch>
            <a:fillRect/>
          </a:stretch>
        </p:blipFill>
        <p:spPr>
          <a:xfrm>
            <a:off x="7370064" y="4919472"/>
            <a:ext cx="3840480" cy="384048"/>
          </a:xfrm>
          <a:prstGeom prst="rect">
            <a:avLst/>
          </a:prstGeom>
        </p:spPr>
      </p:pic>
      <p:pic>
        <p:nvPicPr>
          <p:cNvPr id="74" name="Image 22" descr="preencoded.png">    </p:cNvPr>
          <p:cNvPicPr>
            <a:picLocks noChangeAspect="1"/>
          </p:cNvPicPr>
          <p:nvPr/>
        </p:nvPicPr>
        <p:blipFill>
          <a:blip r:embed="rId23"/>
          <a:stretch>
            <a:fillRect/>
          </a:stretch>
        </p:blipFill>
        <p:spPr>
          <a:xfrm>
            <a:off x="1133856" y="5989320"/>
            <a:ext cx="2377440" cy="274320"/>
          </a:xfrm>
          <a:prstGeom prst="rect">
            <a:avLst/>
          </a:prstGeom>
        </p:spPr>
      </p:pic>
      <p:pic>
        <p:nvPicPr>
          <p:cNvPr id="75" name="Image 23" descr="preencoded.png">    </p:cNvPr>
          <p:cNvPicPr>
            <a:picLocks noChangeAspect="1"/>
          </p:cNvPicPr>
          <p:nvPr/>
        </p:nvPicPr>
        <p:blipFill>
          <a:blip r:embed="rId24"/>
          <a:stretch>
            <a:fillRect/>
          </a:stretch>
        </p:blipFill>
        <p:spPr>
          <a:xfrm>
            <a:off x="3675888" y="5961888"/>
            <a:ext cx="320040" cy="274320"/>
          </a:xfrm>
          <a:prstGeom prst="rect">
            <a:avLst/>
          </a:prstGeom>
        </p:spPr>
      </p:pic>
      <p:pic>
        <p:nvPicPr>
          <p:cNvPr id="76" name="Image 24" descr="preencoded.png">    </p:cNvPr>
          <p:cNvPicPr>
            <a:picLocks noChangeAspect="1"/>
          </p:cNvPicPr>
          <p:nvPr/>
        </p:nvPicPr>
        <p:blipFill>
          <a:blip r:embed="rId25"/>
          <a:stretch>
            <a:fillRect/>
          </a:stretch>
        </p:blipFill>
        <p:spPr>
          <a:xfrm>
            <a:off x="4206240" y="5989320"/>
            <a:ext cx="3337560" cy="274320"/>
          </a:xfrm>
          <a:prstGeom prst="rect">
            <a:avLst/>
          </a:prstGeom>
        </p:spPr>
      </p:pic>
      <p:pic>
        <p:nvPicPr>
          <p:cNvPr id="77" name="Image 25" descr="preencoded.png">    </p:cNvPr>
          <p:cNvPicPr>
            <a:picLocks noChangeAspect="1"/>
          </p:cNvPicPr>
          <p:nvPr/>
        </p:nvPicPr>
        <p:blipFill>
          <a:blip r:embed="rId26"/>
          <a:stretch>
            <a:fillRect/>
          </a:stretch>
        </p:blipFill>
        <p:spPr>
          <a:xfrm>
            <a:off x="7754112" y="5961888"/>
            <a:ext cx="320040" cy="274320"/>
          </a:xfrm>
          <a:prstGeom prst="rect">
            <a:avLst/>
          </a:prstGeom>
        </p:spPr>
      </p:pic>
      <p:pic>
        <p:nvPicPr>
          <p:cNvPr id="78" name="Image 26" descr="preencoded.png">    </p:cNvPr>
          <p:cNvPicPr>
            <a:picLocks noChangeAspect="1"/>
          </p:cNvPicPr>
          <p:nvPr/>
        </p:nvPicPr>
        <p:blipFill>
          <a:blip r:embed="rId27"/>
          <a:stretch>
            <a:fillRect/>
          </a:stretch>
        </p:blipFill>
        <p:spPr>
          <a:xfrm>
            <a:off x="8211312" y="5989320"/>
            <a:ext cx="2697480" cy="274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594360" y="1444752"/>
            <a:ext cx="5257800" cy="4526280"/>
          </a:xfrm>
          <a:prstGeom prst="roundRect">
            <a:avLst>
              <a:gd name="adj" fmla="val 1212"/>
            </a:avLst>
          </a:prstGeom>
          <a:solidFill>
            <a:srgbClr val="FFFFFF"/>
          </a:solidFill>
          <a:ln w="12700">
            <a:solidFill>
              <a:srgbClr val="D0E0E4"/>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914400" y="2907792"/>
            <a:ext cx="1371600" cy="310896"/>
          </a:xfrm>
          <a:prstGeom prst="roundRect">
            <a:avLst/>
          </a:prstGeom>
          <a:solidFill>
            <a:srgbClr val="FF5E68">
              <a:alpha val="28000"/>
            </a:srgbClr>
          </a:solidFill>
          <a:ln w="12700">
            <a:solidFill>
              <a:srgbClr val="FF5E68"/>
            </a:solidFill>
            <a:prstDash val="solid"/>
          </a:ln>
        </p:spPr>
      </p:sp>
      <p:sp>
        <p:nvSpPr>
          <p:cNvPr id="41" name="Shape 39"/>
          <p:cNvSpPr/>
          <p:nvPr/>
        </p:nvSpPr>
        <p:spPr>
          <a:xfrm>
            <a:off x="2441448" y="2907792"/>
            <a:ext cx="1371600" cy="310896"/>
          </a:xfrm>
          <a:prstGeom prst="roundRect">
            <a:avLst/>
          </a:prstGeom>
          <a:solidFill>
            <a:srgbClr val="FF5E68">
              <a:alpha val="28000"/>
            </a:srgbClr>
          </a:solidFill>
          <a:ln w="12700">
            <a:solidFill>
              <a:srgbClr val="FF5E68"/>
            </a:solidFill>
            <a:prstDash val="solid"/>
          </a:ln>
        </p:spPr>
      </p:sp>
      <p:sp>
        <p:nvSpPr>
          <p:cNvPr id="42" name="Shape 40"/>
          <p:cNvSpPr/>
          <p:nvPr/>
        </p:nvSpPr>
        <p:spPr>
          <a:xfrm>
            <a:off x="3959352" y="2907792"/>
            <a:ext cx="1371600" cy="310896"/>
          </a:xfrm>
          <a:prstGeom prst="roundRect">
            <a:avLst/>
          </a:prstGeom>
          <a:solidFill>
            <a:srgbClr val="FF5E68">
              <a:alpha val="28000"/>
            </a:srgbClr>
          </a:solidFill>
          <a:ln w="12700">
            <a:solidFill>
              <a:srgbClr val="FF5E68"/>
            </a:solidFill>
            <a:prstDash val="solid"/>
          </a:ln>
        </p:spPr>
      </p:sp>
      <p:sp>
        <p:nvSpPr>
          <p:cNvPr id="43" name="Shape 41"/>
          <p:cNvSpPr/>
          <p:nvPr/>
        </p:nvSpPr>
        <p:spPr>
          <a:xfrm>
            <a:off x="978408" y="3730752"/>
            <a:ext cx="4434840" cy="0"/>
          </a:xfrm>
          <a:prstGeom prst="line">
            <a:avLst/>
          </a:prstGeom>
          <a:noFill/>
          <a:ln w="12700">
            <a:solidFill>
              <a:srgbClr val="C8D9DE"/>
            </a:solidFill>
            <a:prstDash val="solid"/>
          </a:ln>
        </p:spPr>
      </p:sp>
      <p:sp>
        <p:nvSpPr>
          <p:cNvPr id="44" name="Shape 42"/>
          <p:cNvSpPr/>
          <p:nvPr/>
        </p:nvSpPr>
        <p:spPr>
          <a:xfrm>
            <a:off x="6144768" y="1444752"/>
            <a:ext cx="5413248" cy="4526280"/>
          </a:xfrm>
          <a:prstGeom prst="roundRect">
            <a:avLst>
              <a:gd name="adj" fmla="val 1212"/>
            </a:avLst>
          </a:prstGeom>
          <a:solidFill>
            <a:srgbClr val="081522"/>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5" name="Shape 43"/>
          <p:cNvSpPr/>
          <p:nvPr/>
        </p:nvSpPr>
        <p:spPr>
          <a:xfrm>
            <a:off x="6473952" y="2907792"/>
            <a:ext cx="1325880" cy="310896"/>
          </a:xfrm>
          <a:prstGeom prst="roundRect">
            <a:avLst/>
          </a:prstGeom>
          <a:solidFill>
            <a:srgbClr val="2DD4BF">
              <a:alpha val="18000"/>
            </a:srgbClr>
          </a:solidFill>
          <a:ln w="12700">
            <a:solidFill>
              <a:srgbClr val="2DD4BF"/>
            </a:solidFill>
            <a:prstDash val="solid"/>
          </a:ln>
        </p:spPr>
      </p:sp>
      <p:sp>
        <p:nvSpPr>
          <p:cNvPr id="46" name="Shape 44"/>
          <p:cNvSpPr/>
          <p:nvPr/>
        </p:nvSpPr>
        <p:spPr>
          <a:xfrm>
            <a:off x="7955280" y="2907792"/>
            <a:ext cx="1371600" cy="310896"/>
          </a:xfrm>
          <a:prstGeom prst="roundRect">
            <a:avLst/>
          </a:prstGeom>
          <a:solidFill>
            <a:srgbClr val="2DD4BF">
              <a:alpha val="18000"/>
            </a:srgbClr>
          </a:solidFill>
          <a:ln w="12700">
            <a:solidFill>
              <a:srgbClr val="2DD4BF"/>
            </a:solidFill>
            <a:prstDash val="solid"/>
          </a:ln>
        </p:spPr>
      </p:sp>
      <p:sp>
        <p:nvSpPr>
          <p:cNvPr id="47" name="Shape 45"/>
          <p:cNvSpPr/>
          <p:nvPr/>
        </p:nvSpPr>
        <p:spPr>
          <a:xfrm>
            <a:off x="9482328" y="2907792"/>
            <a:ext cx="1554480" cy="310896"/>
          </a:xfrm>
          <a:prstGeom prst="roundRect">
            <a:avLst/>
          </a:prstGeom>
          <a:solidFill>
            <a:srgbClr val="B7F34A">
              <a:alpha val="18000"/>
            </a:srgbClr>
          </a:solidFill>
          <a:ln w="12700">
            <a:solidFill>
              <a:srgbClr val="B7F34A"/>
            </a:solidFill>
            <a:prstDash val="solid"/>
          </a:ln>
        </p:spPr>
      </p:sp>
      <p:pic>
        <p:nvPicPr>
          <p:cNvPr id="49"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0"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1"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2"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3" name="Image 4" descr="preencoded.png">    </p:cNvPr>
          <p:cNvPicPr>
            <a:picLocks noChangeAspect="1"/>
          </p:cNvPicPr>
          <p:nvPr/>
        </p:nvPicPr>
        <p:blipFill>
          <a:blip r:embed="rId5"/>
          <a:stretch>
            <a:fillRect/>
          </a:stretch>
        </p:blipFill>
        <p:spPr>
          <a:xfrm>
            <a:off x="896112" y="1755648"/>
            <a:ext cx="1143000" cy="274320"/>
          </a:xfrm>
          <a:prstGeom prst="rect">
            <a:avLst/>
          </a:prstGeom>
        </p:spPr>
      </p:pic>
      <p:pic>
        <p:nvPicPr>
          <p:cNvPr id="54" name="Image 5" descr="preencoded.png">    </p:cNvPr>
          <p:cNvPicPr>
            <a:picLocks noChangeAspect="1"/>
          </p:cNvPicPr>
          <p:nvPr/>
        </p:nvPicPr>
        <p:blipFill>
          <a:blip r:embed="rId6"/>
          <a:stretch>
            <a:fillRect/>
          </a:stretch>
        </p:blipFill>
        <p:spPr>
          <a:xfrm>
            <a:off x="886968" y="2167128"/>
            <a:ext cx="4206240" cy="438912"/>
          </a:xfrm>
          <a:prstGeom prst="rect">
            <a:avLst/>
          </a:prstGeom>
        </p:spPr>
      </p:pic>
      <p:pic>
        <p:nvPicPr>
          <p:cNvPr id="55" name="Image 6" descr="preencoded.png">    </p:cNvPr>
          <p:cNvPicPr>
            <a:picLocks noChangeAspect="1"/>
          </p:cNvPicPr>
          <p:nvPr/>
        </p:nvPicPr>
        <p:blipFill>
          <a:blip r:embed="rId7"/>
          <a:stretch>
            <a:fillRect/>
          </a:stretch>
        </p:blipFill>
        <p:spPr>
          <a:xfrm>
            <a:off x="960120" y="2935224"/>
            <a:ext cx="1280160" cy="246888"/>
          </a:xfrm>
          <a:prstGeom prst="rect">
            <a:avLst/>
          </a:prstGeom>
        </p:spPr>
      </p:pic>
      <p:pic>
        <p:nvPicPr>
          <p:cNvPr id="56" name="Image 7" descr="preencoded.png">    </p:cNvPr>
          <p:cNvPicPr>
            <a:picLocks noChangeAspect="1"/>
          </p:cNvPicPr>
          <p:nvPr/>
        </p:nvPicPr>
        <p:blipFill>
          <a:blip r:embed="rId8"/>
          <a:stretch>
            <a:fillRect/>
          </a:stretch>
        </p:blipFill>
        <p:spPr>
          <a:xfrm>
            <a:off x="2487168" y="2935224"/>
            <a:ext cx="1280160" cy="246888"/>
          </a:xfrm>
          <a:prstGeom prst="rect">
            <a:avLst/>
          </a:prstGeom>
        </p:spPr>
      </p:pic>
      <p:pic>
        <p:nvPicPr>
          <p:cNvPr id="57" name="Image 8" descr="preencoded.png">    </p:cNvPr>
          <p:cNvPicPr>
            <a:picLocks noChangeAspect="1"/>
          </p:cNvPicPr>
          <p:nvPr/>
        </p:nvPicPr>
        <p:blipFill>
          <a:blip r:embed="rId9"/>
          <a:stretch>
            <a:fillRect/>
          </a:stretch>
        </p:blipFill>
        <p:spPr>
          <a:xfrm>
            <a:off x="4005072" y="2935224"/>
            <a:ext cx="1280160" cy="246888"/>
          </a:xfrm>
          <a:prstGeom prst="rect">
            <a:avLst/>
          </a:prstGeom>
        </p:spPr>
      </p:pic>
      <p:pic>
        <p:nvPicPr>
          <p:cNvPr id="58" name="Image 9" descr="preencoded.png">    </p:cNvPr>
          <p:cNvPicPr>
            <a:picLocks noChangeAspect="1"/>
          </p:cNvPicPr>
          <p:nvPr/>
        </p:nvPicPr>
        <p:blipFill>
          <a:blip r:embed="rId10"/>
          <a:stretch>
            <a:fillRect/>
          </a:stretch>
        </p:blipFill>
        <p:spPr>
          <a:xfrm>
            <a:off x="932688" y="3986784"/>
            <a:ext cx="4389120" cy="274320"/>
          </a:xfrm>
          <a:prstGeom prst="rect">
            <a:avLst/>
          </a:prstGeom>
        </p:spPr>
      </p:pic>
      <p:pic>
        <p:nvPicPr>
          <p:cNvPr id="59" name="Image 10" descr="preencoded.png">    </p:cNvPr>
          <p:cNvPicPr>
            <a:picLocks noChangeAspect="1"/>
          </p:cNvPicPr>
          <p:nvPr/>
        </p:nvPicPr>
        <p:blipFill>
          <a:blip r:embed="rId11"/>
          <a:stretch>
            <a:fillRect/>
          </a:stretch>
        </p:blipFill>
        <p:spPr>
          <a:xfrm>
            <a:off x="932688" y="4434840"/>
            <a:ext cx="4389120" cy="310896"/>
          </a:xfrm>
          <a:prstGeom prst="rect">
            <a:avLst/>
          </a:prstGeom>
        </p:spPr>
      </p:pic>
      <p:pic>
        <p:nvPicPr>
          <p:cNvPr id="60" name="Image 11" descr="preencoded.png">    </p:cNvPr>
          <p:cNvPicPr>
            <a:picLocks noChangeAspect="1"/>
          </p:cNvPicPr>
          <p:nvPr/>
        </p:nvPicPr>
        <p:blipFill>
          <a:blip r:embed="rId12"/>
          <a:stretch>
            <a:fillRect/>
          </a:stretch>
        </p:blipFill>
        <p:spPr>
          <a:xfrm>
            <a:off x="932688" y="5084064"/>
            <a:ext cx="4389120" cy="320040"/>
          </a:xfrm>
          <a:prstGeom prst="rect">
            <a:avLst/>
          </a:prstGeom>
        </p:spPr>
      </p:pic>
      <p:pic>
        <p:nvPicPr>
          <p:cNvPr id="61" name="Image 12" descr="preencoded.png">    </p:cNvPr>
          <p:cNvPicPr>
            <a:picLocks noChangeAspect="1"/>
          </p:cNvPicPr>
          <p:nvPr/>
        </p:nvPicPr>
        <p:blipFill>
          <a:blip r:embed="rId13"/>
          <a:stretch>
            <a:fillRect/>
          </a:stretch>
        </p:blipFill>
        <p:spPr>
          <a:xfrm>
            <a:off x="6464808" y="1755648"/>
            <a:ext cx="1417320" cy="274320"/>
          </a:xfrm>
          <a:prstGeom prst="rect">
            <a:avLst/>
          </a:prstGeom>
        </p:spPr>
      </p:pic>
      <p:pic>
        <p:nvPicPr>
          <p:cNvPr id="62" name="Image 13" descr="preencoded.png">    </p:cNvPr>
          <p:cNvPicPr>
            <a:picLocks noChangeAspect="1"/>
          </p:cNvPicPr>
          <p:nvPr/>
        </p:nvPicPr>
        <p:blipFill>
          <a:blip r:embed="rId14"/>
          <a:stretch>
            <a:fillRect/>
          </a:stretch>
        </p:blipFill>
        <p:spPr>
          <a:xfrm>
            <a:off x="6455664" y="2167128"/>
            <a:ext cx="4370832" cy="438912"/>
          </a:xfrm>
          <a:prstGeom prst="rect">
            <a:avLst/>
          </a:prstGeom>
        </p:spPr>
      </p:pic>
      <p:pic>
        <p:nvPicPr>
          <p:cNvPr id="63" name="Image 14" descr="preencoded.png">    </p:cNvPr>
          <p:cNvPicPr>
            <a:picLocks noChangeAspect="1"/>
          </p:cNvPicPr>
          <p:nvPr/>
        </p:nvPicPr>
        <p:blipFill>
          <a:blip r:embed="rId15"/>
          <a:stretch>
            <a:fillRect/>
          </a:stretch>
        </p:blipFill>
        <p:spPr>
          <a:xfrm>
            <a:off x="6519672" y="2935224"/>
            <a:ext cx="1234440" cy="246888"/>
          </a:xfrm>
          <a:prstGeom prst="rect">
            <a:avLst/>
          </a:prstGeom>
        </p:spPr>
      </p:pic>
      <p:pic>
        <p:nvPicPr>
          <p:cNvPr id="64" name="Image 15" descr="preencoded.png">    </p:cNvPr>
          <p:cNvPicPr>
            <a:picLocks noChangeAspect="1"/>
          </p:cNvPicPr>
          <p:nvPr/>
        </p:nvPicPr>
        <p:blipFill>
          <a:blip r:embed="rId16"/>
          <a:stretch>
            <a:fillRect/>
          </a:stretch>
        </p:blipFill>
        <p:spPr>
          <a:xfrm>
            <a:off x="8001000" y="2935224"/>
            <a:ext cx="1280160" cy="246888"/>
          </a:xfrm>
          <a:prstGeom prst="rect">
            <a:avLst/>
          </a:prstGeom>
        </p:spPr>
      </p:pic>
      <p:pic>
        <p:nvPicPr>
          <p:cNvPr id="65" name="Image 16" descr="preencoded.png">    </p:cNvPr>
          <p:cNvPicPr>
            <a:picLocks noChangeAspect="1"/>
          </p:cNvPicPr>
          <p:nvPr/>
        </p:nvPicPr>
        <p:blipFill>
          <a:blip r:embed="rId17"/>
          <a:stretch>
            <a:fillRect/>
          </a:stretch>
        </p:blipFill>
        <p:spPr>
          <a:xfrm>
            <a:off x="9528048" y="2935224"/>
            <a:ext cx="1463040" cy="246888"/>
          </a:xfrm>
          <a:prstGeom prst="rect">
            <a:avLst/>
          </a:prstGeom>
        </p:spPr>
      </p:pic>
      <p:pic>
        <p:nvPicPr>
          <p:cNvPr id="66" name="Image 17" descr="preencoded.png">    </p:cNvPr>
          <p:cNvPicPr>
            <a:picLocks noChangeAspect="1"/>
          </p:cNvPicPr>
          <p:nvPr/>
        </p:nvPicPr>
        <p:blipFill>
          <a:blip r:embed="rId18"/>
          <a:stretch>
            <a:fillRect/>
          </a:stretch>
        </p:blipFill>
        <p:spPr>
          <a:xfrm>
            <a:off x="6473952" y="3794760"/>
            <a:ext cx="1920240" cy="256032"/>
          </a:xfrm>
          <a:prstGeom prst="rect">
            <a:avLst/>
          </a:prstGeom>
        </p:spPr>
      </p:pic>
      <p:pic>
        <p:nvPicPr>
          <p:cNvPr id="67" name="Image 18" descr="preencoded.png">    </p:cNvPr>
          <p:cNvPicPr>
            <a:picLocks noChangeAspect="1"/>
          </p:cNvPicPr>
          <p:nvPr/>
        </p:nvPicPr>
        <p:blipFill>
          <a:blip r:embed="rId19"/>
          <a:stretch>
            <a:fillRect/>
          </a:stretch>
        </p:blipFill>
        <p:spPr>
          <a:xfrm>
            <a:off x="8302752" y="3749040"/>
            <a:ext cx="365760" cy="274320"/>
          </a:xfrm>
          <a:prstGeom prst="rect">
            <a:avLst/>
          </a:prstGeom>
        </p:spPr>
      </p:pic>
      <p:pic>
        <p:nvPicPr>
          <p:cNvPr id="68" name="Image 19" descr="preencoded.png">    </p:cNvPr>
          <p:cNvPicPr>
            <a:picLocks noChangeAspect="1"/>
          </p:cNvPicPr>
          <p:nvPr/>
        </p:nvPicPr>
        <p:blipFill>
          <a:blip r:embed="rId20"/>
          <a:stretch>
            <a:fillRect/>
          </a:stretch>
        </p:blipFill>
        <p:spPr>
          <a:xfrm>
            <a:off x="8732520" y="3794760"/>
            <a:ext cx="1965960" cy="256032"/>
          </a:xfrm>
          <a:prstGeom prst="rect">
            <a:avLst/>
          </a:prstGeom>
        </p:spPr>
      </p:pic>
      <p:pic>
        <p:nvPicPr>
          <p:cNvPr id="69" name="Image 20" descr="preencoded.png">    </p:cNvPr>
          <p:cNvPicPr>
            <a:picLocks noChangeAspect="1"/>
          </p:cNvPicPr>
          <p:nvPr/>
        </p:nvPicPr>
        <p:blipFill>
          <a:blip r:embed="rId21"/>
          <a:stretch>
            <a:fillRect/>
          </a:stretch>
        </p:blipFill>
        <p:spPr>
          <a:xfrm>
            <a:off x="6473952" y="4434840"/>
            <a:ext cx="4425696" cy="7132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4352544" y="1527048"/>
            <a:ext cx="438912" cy="438912"/>
          </a:xfrm>
          <a:prstGeom prst="roundRect">
            <a:avLst/>
          </a:prstGeom>
          <a:solidFill>
            <a:srgbClr val="2DD4BF">
              <a:alpha val="80000"/>
            </a:srgbClr>
          </a:solidFill>
          <a:ln w="12700">
            <a:solidFill>
              <a:srgbClr val="2DD4BF"/>
            </a:solidFill>
            <a:prstDash val="solid"/>
          </a:ln>
        </p:spPr>
      </p:sp>
      <p:sp>
        <p:nvSpPr>
          <p:cNvPr id="40" name="Shape 38"/>
          <p:cNvSpPr/>
          <p:nvPr/>
        </p:nvSpPr>
        <p:spPr>
          <a:xfrm>
            <a:off x="4965192" y="1527048"/>
            <a:ext cx="438912" cy="438912"/>
          </a:xfrm>
          <a:prstGeom prst="roundRect">
            <a:avLst/>
          </a:prstGeom>
          <a:solidFill>
            <a:srgbClr val="2DD4BF">
              <a:alpha val="80000"/>
            </a:srgbClr>
          </a:solidFill>
          <a:ln w="12700">
            <a:solidFill>
              <a:srgbClr val="2DD4BF"/>
            </a:solidFill>
            <a:prstDash val="solid"/>
          </a:ln>
        </p:spPr>
      </p:sp>
      <p:sp>
        <p:nvSpPr>
          <p:cNvPr id="41" name="Shape 39"/>
          <p:cNvSpPr/>
          <p:nvPr/>
        </p:nvSpPr>
        <p:spPr>
          <a:xfrm>
            <a:off x="5577840" y="1527048"/>
            <a:ext cx="438912" cy="438912"/>
          </a:xfrm>
          <a:prstGeom prst="roundRect">
            <a:avLst/>
          </a:prstGeom>
          <a:solidFill>
            <a:srgbClr val="2DD4BF">
              <a:alpha val="80000"/>
            </a:srgbClr>
          </a:solidFill>
          <a:ln w="12700">
            <a:solidFill>
              <a:srgbClr val="2DD4BF"/>
            </a:solidFill>
            <a:prstDash val="solid"/>
          </a:ln>
        </p:spPr>
      </p:sp>
      <p:sp>
        <p:nvSpPr>
          <p:cNvPr id="42" name="Shape 40"/>
          <p:cNvSpPr/>
          <p:nvPr/>
        </p:nvSpPr>
        <p:spPr>
          <a:xfrm>
            <a:off x="6190488" y="1527048"/>
            <a:ext cx="438912" cy="438912"/>
          </a:xfrm>
          <a:prstGeom prst="roundRect">
            <a:avLst/>
          </a:prstGeom>
          <a:solidFill>
            <a:srgbClr val="2DD4BF">
              <a:alpha val="80000"/>
            </a:srgbClr>
          </a:solidFill>
          <a:ln w="12700">
            <a:solidFill>
              <a:srgbClr val="2DD4BF"/>
            </a:solidFill>
            <a:prstDash val="solid"/>
          </a:ln>
        </p:spPr>
      </p:sp>
      <p:sp>
        <p:nvSpPr>
          <p:cNvPr id="43" name="Shape 41"/>
          <p:cNvSpPr/>
          <p:nvPr/>
        </p:nvSpPr>
        <p:spPr>
          <a:xfrm>
            <a:off x="6803136" y="1527048"/>
            <a:ext cx="438912" cy="438912"/>
          </a:xfrm>
          <a:prstGeom prst="roundRect">
            <a:avLst/>
          </a:prstGeom>
          <a:solidFill>
            <a:srgbClr val="2DD4BF">
              <a:alpha val="80000"/>
            </a:srgbClr>
          </a:solidFill>
          <a:ln w="12700">
            <a:solidFill>
              <a:srgbClr val="2DD4BF"/>
            </a:solidFill>
            <a:prstDash val="solid"/>
          </a:ln>
        </p:spPr>
      </p:sp>
      <p:sp>
        <p:nvSpPr>
          <p:cNvPr id="44" name="Shape 42"/>
          <p:cNvSpPr/>
          <p:nvPr/>
        </p:nvSpPr>
        <p:spPr>
          <a:xfrm>
            <a:off x="7415784" y="1527048"/>
            <a:ext cx="438912" cy="438912"/>
          </a:xfrm>
          <a:prstGeom prst="roundRect">
            <a:avLst/>
          </a:prstGeom>
          <a:solidFill>
            <a:srgbClr val="2DD4BF">
              <a:alpha val="80000"/>
            </a:srgbClr>
          </a:solidFill>
          <a:ln w="12700">
            <a:solidFill>
              <a:srgbClr val="2DD4BF"/>
            </a:solidFill>
            <a:prstDash val="solid"/>
          </a:ln>
        </p:spPr>
      </p:sp>
      <p:sp>
        <p:nvSpPr>
          <p:cNvPr id="45" name="Shape 43"/>
          <p:cNvSpPr/>
          <p:nvPr/>
        </p:nvSpPr>
        <p:spPr>
          <a:xfrm>
            <a:off x="8028432" y="1527048"/>
            <a:ext cx="438912" cy="438912"/>
          </a:xfrm>
          <a:prstGeom prst="roundRect">
            <a:avLst/>
          </a:prstGeom>
          <a:solidFill>
            <a:srgbClr val="FF8A4C"/>
          </a:solidFill>
          <a:ln w="12700">
            <a:solidFill>
              <a:srgbClr val="FF8A4C"/>
            </a:solidFill>
            <a:prstDash val="solid"/>
          </a:ln>
        </p:spPr>
      </p:sp>
      <p:sp>
        <p:nvSpPr>
          <p:cNvPr id="46" name="Shape 44"/>
          <p:cNvSpPr/>
          <p:nvPr/>
        </p:nvSpPr>
        <p:spPr>
          <a:xfrm>
            <a:off x="8641080" y="1527048"/>
            <a:ext cx="438912" cy="438912"/>
          </a:xfrm>
          <a:prstGeom prst="roundRect">
            <a:avLst/>
          </a:prstGeom>
          <a:solidFill>
            <a:srgbClr val="2DD4BF">
              <a:alpha val="80000"/>
            </a:srgbClr>
          </a:solidFill>
          <a:ln w="12700">
            <a:solidFill>
              <a:srgbClr val="2DD4BF"/>
            </a:solidFill>
            <a:prstDash val="solid"/>
          </a:ln>
        </p:spPr>
      </p:sp>
      <p:sp>
        <p:nvSpPr>
          <p:cNvPr id="47" name="Shape 45"/>
          <p:cNvSpPr/>
          <p:nvPr/>
        </p:nvSpPr>
        <p:spPr>
          <a:xfrm>
            <a:off x="9253728" y="1527048"/>
            <a:ext cx="438912" cy="438912"/>
          </a:xfrm>
          <a:prstGeom prst="roundRect">
            <a:avLst/>
          </a:prstGeom>
          <a:solidFill>
            <a:srgbClr val="2DD4BF">
              <a:alpha val="80000"/>
            </a:srgbClr>
          </a:solidFill>
          <a:ln w="12700">
            <a:solidFill>
              <a:srgbClr val="2DD4BF"/>
            </a:solidFill>
            <a:prstDash val="solid"/>
          </a:ln>
        </p:spPr>
      </p:sp>
      <p:sp>
        <p:nvSpPr>
          <p:cNvPr id="48" name="Shape 46"/>
          <p:cNvSpPr/>
          <p:nvPr/>
        </p:nvSpPr>
        <p:spPr>
          <a:xfrm>
            <a:off x="9866376" y="1527048"/>
            <a:ext cx="438912" cy="438912"/>
          </a:xfrm>
          <a:prstGeom prst="roundRect">
            <a:avLst/>
          </a:prstGeom>
          <a:solidFill>
            <a:srgbClr val="2DD4BF">
              <a:alpha val="80000"/>
            </a:srgbClr>
          </a:solidFill>
          <a:ln w="12700">
            <a:solidFill>
              <a:srgbClr val="2DD4BF"/>
            </a:solidFill>
            <a:prstDash val="solid"/>
          </a:ln>
        </p:spPr>
      </p:sp>
      <p:sp>
        <p:nvSpPr>
          <p:cNvPr id="49" name="Shape 47"/>
          <p:cNvSpPr/>
          <p:nvPr/>
        </p:nvSpPr>
        <p:spPr>
          <a:xfrm>
            <a:off x="4352544" y="2148840"/>
            <a:ext cx="438912" cy="438912"/>
          </a:xfrm>
          <a:prstGeom prst="roundRect">
            <a:avLst/>
          </a:prstGeom>
          <a:solidFill>
            <a:srgbClr val="2DD4BF">
              <a:alpha val="80000"/>
            </a:srgbClr>
          </a:solidFill>
          <a:ln w="12700">
            <a:solidFill>
              <a:srgbClr val="2DD4BF"/>
            </a:solidFill>
            <a:prstDash val="solid"/>
          </a:ln>
        </p:spPr>
      </p:sp>
      <p:sp>
        <p:nvSpPr>
          <p:cNvPr id="50" name="Shape 48"/>
          <p:cNvSpPr/>
          <p:nvPr/>
        </p:nvSpPr>
        <p:spPr>
          <a:xfrm>
            <a:off x="4965192" y="2148840"/>
            <a:ext cx="438912" cy="438912"/>
          </a:xfrm>
          <a:prstGeom prst="roundRect">
            <a:avLst/>
          </a:prstGeom>
          <a:solidFill>
            <a:srgbClr val="2DD4BF">
              <a:alpha val="80000"/>
            </a:srgbClr>
          </a:solidFill>
          <a:ln w="12700">
            <a:solidFill>
              <a:srgbClr val="2DD4BF"/>
            </a:solidFill>
            <a:prstDash val="solid"/>
          </a:ln>
        </p:spPr>
      </p:sp>
      <p:sp>
        <p:nvSpPr>
          <p:cNvPr id="51" name="Shape 49"/>
          <p:cNvSpPr/>
          <p:nvPr/>
        </p:nvSpPr>
        <p:spPr>
          <a:xfrm>
            <a:off x="5577840" y="2148840"/>
            <a:ext cx="438912" cy="438912"/>
          </a:xfrm>
          <a:prstGeom prst="roundRect">
            <a:avLst/>
          </a:prstGeom>
          <a:solidFill>
            <a:srgbClr val="2DD4BF">
              <a:alpha val="80000"/>
            </a:srgbClr>
          </a:solidFill>
          <a:ln w="12700">
            <a:solidFill>
              <a:srgbClr val="2DD4BF"/>
            </a:solidFill>
            <a:prstDash val="solid"/>
          </a:ln>
        </p:spPr>
      </p:sp>
      <p:sp>
        <p:nvSpPr>
          <p:cNvPr id="52" name="Shape 50"/>
          <p:cNvSpPr/>
          <p:nvPr/>
        </p:nvSpPr>
        <p:spPr>
          <a:xfrm>
            <a:off x="6190488" y="2148840"/>
            <a:ext cx="438912" cy="438912"/>
          </a:xfrm>
          <a:prstGeom prst="roundRect">
            <a:avLst/>
          </a:prstGeom>
          <a:solidFill>
            <a:srgbClr val="2DD4BF">
              <a:alpha val="80000"/>
            </a:srgbClr>
          </a:solidFill>
          <a:ln w="12700">
            <a:solidFill>
              <a:srgbClr val="2DD4BF"/>
            </a:solidFill>
            <a:prstDash val="solid"/>
          </a:ln>
        </p:spPr>
      </p:sp>
      <p:sp>
        <p:nvSpPr>
          <p:cNvPr id="53" name="Shape 51"/>
          <p:cNvSpPr/>
          <p:nvPr/>
        </p:nvSpPr>
        <p:spPr>
          <a:xfrm>
            <a:off x="6803136" y="2148840"/>
            <a:ext cx="438912" cy="438912"/>
          </a:xfrm>
          <a:prstGeom prst="roundRect">
            <a:avLst/>
          </a:prstGeom>
          <a:solidFill>
            <a:srgbClr val="2DD4BF">
              <a:alpha val="80000"/>
            </a:srgbClr>
          </a:solidFill>
          <a:ln w="12700">
            <a:solidFill>
              <a:srgbClr val="2DD4BF"/>
            </a:solidFill>
            <a:prstDash val="solid"/>
          </a:ln>
        </p:spPr>
      </p:sp>
      <p:sp>
        <p:nvSpPr>
          <p:cNvPr id="54" name="Shape 52"/>
          <p:cNvSpPr/>
          <p:nvPr/>
        </p:nvSpPr>
        <p:spPr>
          <a:xfrm>
            <a:off x="7415784" y="2148840"/>
            <a:ext cx="438912" cy="438912"/>
          </a:xfrm>
          <a:prstGeom prst="roundRect">
            <a:avLst/>
          </a:prstGeom>
          <a:solidFill>
            <a:srgbClr val="2DD4BF">
              <a:alpha val="80000"/>
            </a:srgbClr>
          </a:solidFill>
          <a:ln w="12700">
            <a:solidFill>
              <a:srgbClr val="2DD4BF"/>
            </a:solidFill>
            <a:prstDash val="solid"/>
          </a:ln>
        </p:spPr>
      </p:sp>
      <p:sp>
        <p:nvSpPr>
          <p:cNvPr id="55" name="Shape 53"/>
          <p:cNvSpPr/>
          <p:nvPr/>
        </p:nvSpPr>
        <p:spPr>
          <a:xfrm>
            <a:off x="8028432" y="2148840"/>
            <a:ext cx="438912" cy="438912"/>
          </a:xfrm>
          <a:prstGeom prst="roundRect">
            <a:avLst/>
          </a:prstGeom>
          <a:solidFill>
            <a:srgbClr val="2DD4BF">
              <a:alpha val="80000"/>
            </a:srgbClr>
          </a:solidFill>
          <a:ln w="12700">
            <a:solidFill>
              <a:srgbClr val="2DD4BF"/>
            </a:solidFill>
            <a:prstDash val="solid"/>
          </a:ln>
        </p:spPr>
      </p:sp>
      <p:sp>
        <p:nvSpPr>
          <p:cNvPr id="56" name="Shape 54"/>
          <p:cNvSpPr/>
          <p:nvPr/>
        </p:nvSpPr>
        <p:spPr>
          <a:xfrm>
            <a:off x="8641080" y="2148840"/>
            <a:ext cx="438912" cy="438912"/>
          </a:xfrm>
          <a:prstGeom prst="roundRect">
            <a:avLst/>
          </a:prstGeom>
          <a:solidFill>
            <a:srgbClr val="2DD4BF">
              <a:alpha val="80000"/>
            </a:srgbClr>
          </a:solidFill>
          <a:ln w="12700">
            <a:solidFill>
              <a:srgbClr val="2DD4BF"/>
            </a:solidFill>
            <a:prstDash val="solid"/>
          </a:ln>
        </p:spPr>
      </p:sp>
      <p:sp>
        <p:nvSpPr>
          <p:cNvPr id="57" name="Shape 55"/>
          <p:cNvSpPr/>
          <p:nvPr/>
        </p:nvSpPr>
        <p:spPr>
          <a:xfrm>
            <a:off x="9253728" y="2148840"/>
            <a:ext cx="438912" cy="438912"/>
          </a:xfrm>
          <a:prstGeom prst="roundRect">
            <a:avLst/>
          </a:prstGeom>
          <a:solidFill>
            <a:srgbClr val="2DD4BF">
              <a:alpha val="80000"/>
            </a:srgbClr>
          </a:solidFill>
          <a:ln w="12700">
            <a:solidFill>
              <a:srgbClr val="2DD4BF"/>
            </a:solidFill>
            <a:prstDash val="solid"/>
          </a:ln>
        </p:spPr>
      </p:sp>
      <p:sp>
        <p:nvSpPr>
          <p:cNvPr id="58" name="Shape 56"/>
          <p:cNvSpPr/>
          <p:nvPr/>
        </p:nvSpPr>
        <p:spPr>
          <a:xfrm>
            <a:off x="9866376" y="2148840"/>
            <a:ext cx="438912" cy="438912"/>
          </a:xfrm>
          <a:prstGeom prst="roundRect">
            <a:avLst/>
          </a:prstGeom>
          <a:solidFill>
            <a:srgbClr val="2DD4BF">
              <a:alpha val="80000"/>
            </a:srgbClr>
          </a:solidFill>
          <a:ln w="12700">
            <a:solidFill>
              <a:srgbClr val="2DD4BF"/>
            </a:solidFill>
            <a:prstDash val="solid"/>
          </a:ln>
        </p:spPr>
      </p:sp>
      <p:sp>
        <p:nvSpPr>
          <p:cNvPr id="59" name="Shape 57"/>
          <p:cNvSpPr/>
          <p:nvPr/>
        </p:nvSpPr>
        <p:spPr>
          <a:xfrm>
            <a:off x="658368" y="3319272"/>
            <a:ext cx="10881360" cy="2057400"/>
          </a:xfrm>
          <a:prstGeom prst="roundRect">
            <a:avLst>
              <a:gd name="adj" fmla="val 2667"/>
            </a:avLst>
          </a:prstGeom>
          <a:solidFill>
            <a:srgbClr val="10263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60" name="Shape 58"/>
          <p:cNvSpPr/>
          <p:nvPr/>
        </p:nvSpPr>
        <p:spPr>
          <a:xfrm>
            <a:off x="2788920" y="3703320"/>
            <a:ext cx="283464" cy="283464"/>
          </a:xfrm>
          <a:prstGeom prst="ellipse">
            <a:avLst/>
          </a:prstGeom>
          <a:solidFill>
            <a:srgbClr val="A8BAC4">
              <a:alpha val="75000"/>
            </a:srgbClr>
          </a:solidFill>
          <a:ln w="12700">
            <a:solidFill>
              <a:srgbClr val="A8BAC4"/>
            </a:solidFill>
            <a:prstDash val="solid"/>
          </a:ln>
        </p:spPr>
      </p:sp>
      <p:sp>
        <p:nvSpPr>
          <p:cNvPr id="61" name="Shape 59"/>
          <p:cNvSpPr/>
          <p:nvPr/>
        </p:nvSpPr>
        <p:spPr>
          <a:xfrm>
            <a:off x="3063240" y="3845052"/>
            <a:ext cx="256032" cy="0"/>
          </a:xfrm>
          <a:prstGeom prst="line">
            <a:avLst/>
          </a:prstGeom>
          <a:noFill/>
          <a:ln w="12700">
            <a:solidFill>
              <a:srgbClr val="A8BAC4"/>
            </a:solidFill>
            <a:prstDash val="solid"/>
          </a:ln>
        </p:spPr>
      </p:sp>
      <p:sp>
        <p:nvSpPr>
          <p:cNvPr id="62" name="Shape 60"/>
          <p:cNvSpPr/>
          <p:nvPr/>
        </p:nvSpPr>
        <p:spPr>
          <a:xfrm>
            <a:off x="3319272" y="3703320"/>
            <a:ext cx="283464" cy="283464"/>
          </a:xfrm>
          <a:prstGeom prst="ellipse">
            <a:avLst/>
          </a:prstGeom>
          <a:solidFill>
            <a:srgbClr val="A8BAC4">
              <a:alpha val="75000"/>
            </a:srgbClr>
          </a:solidFill>
          <a:ln w="12700">
            <a:solidFill>
              <a:srgbClr val="A8BAC4"/>
            </a:solidFill>
            <a:prstDash val="solid"/>
          </a:ln>
        </p:spPr>
      </p:sp>
      <p:sp>
        <p:nvSpPr>
          <p:cNvPr id="63" name="Shape 61"/>
          <p:cNvSpPr/>
          <p:nvPr/>
        </p:nvSpPr>
        <p:spPr>
          <a:xfrm>
            <a:off x="3593592" y="3845052"/>
            <a:ext cx="256032" cy="0"/>
          </a:xfrm>
          <a:prstGeom prst="line">
            <a:avLst/>
          </a:prstGeom>
          <a:noFill/>
          <a:ln w="12700">
            <a:solidFill>
              <a:srgbClr val="A8BAC4"/>
            </a:solidFill>
            <a:prstDash val="solid"/>
          </a:ln>
        </p:spPr>
      </p:sp>
      <p:sp>
        <p:nvSpPr>
          <p:cNvPr id="64" name="Shape 62"/>
          <p:cNvSpPr/>
          <p:nvPr/>
        </p:nvSpPr>
        <p:spPr>
          <a:xfrm>
            <a:off x="3849624" y="3703320"/>
            <a:ext cx="283464" cy="283464"/>
          </a:xfrm>
          <a:prstGeom prst="ellipse">
            <a:avLst/>
          </a:prstGeom>
          <a:solidFill>
            <a:srgbClr val="A8BAC4">
              <a:alpha val="75000"/>
            </a:srgbClr>
          </a:solidFill>
          <a:ln w="12700">
            <a:solidFill>
              <a:srgbClr val="A8BAC4"/>
            </a:solidFill>
            <a:prstDash val="solid"/>
          </a:ln>
        </p:spPr>
      </p:sp>
      <p:sp>
        <p:nvSpPr>
          <p:cNvPr id="65" name="Shape 63"/>
          <p:cNvSpPr/>
          <p:nvPr/>
        </p:nvSpPr>
        <p:spPr>
          <a:xfrm>
            <a:off x="4123944" y="3845052"/>
            <a:ext cx="256032" cy="0"/>
          </a:xfrm>
          <a:prstGeom prst="line">
            <a:avLst/>
          </a:prstGeom>
          <a:noFill/>
          <a:ln w="12700">
            <a:solidFill>
              <a:srgbClr val="A8BAC4"/>
            </a:solidFill>
            <a:prstDash val="solid"/>
          </a:ln>
        </p:spPr>
      </p:sp>
      <p:sp>
        <p:nvSpPr>
          <p:cNvPr id="66" name="Shape 64"/>
          <p:cNvSpPr/>
          <p:nvPr/>
        </p:nvSpPr>
        <p:spPr>
          <a:xfrm>
            <a:off x="4379976" y="3703320"/>
            <a:ext cx="283464" cy="283464"/>
          </a:xfrm>
          <a:prstGeom prst="ellipse">
            <a:avLst/>
          </a:prstGeom>
          <a:solidFill>
            <a:srgbClr val="A8BAC4">
              <a:alpha val="75000"/>
            </a:srgbClr>
          </a:solidFill>
          <a:ln w="12700">
            <a:solidFill>
              <a:srgbClr val="A8BAC4"/>
            </a:solidFill>
            <a:prstDash val="solid"/>
          </a:ln>
        </p:spPr>
      </p:sp>
      <p:sp>
        <p:nvSpPr>
          <p:cNvPr id="67" name="Shape 65"/>
          <p:cNvSpPr/>
          <p:nvPr/>
        </p:nvSpPr>
        <p:spPr>
          <a:xfrm>
            <a:off x="4654296" y="3845052"/>
            <a:ext cx="256032" cy="0"/>
          </a:xfrm>
          <a:prstGeom prst="line">
            <a:avLst/>
          </a:prstGeom>
          <a:noFill/>
          <a:ln w="12700">
            <a:solidFill>
              <a:srgbClr val="A8BAC4"/>
            </a:solidFill>
            <a:prstDash val="solid"/>
          </a:ln>
        </p:spPr>
      </p:sp>
      <p:sp>
        <p:nvSpPr>
          <p:cNvPr id="68" name="Shape 66"/>
          <p:cNvSpPr/>
          <p:nvPr/>
        </p:nvSpPr>
        <p:spPr>
          <a:xfrm>
            <a:off x="4910328" y="3703320"/>
            <a:ext cx="283464" cy="283464"/>
          </a:xfrm>
          <a:prstGeom prst="ellipse">
            <a:avLst/>
          </a:prstGeom>
          <a:solidFill>
            <a:srgbClr val="A8BAC4">
              <a:alpha val="75000"/>
            </a:srgbClr>
          </a:solidFill>
          <a:ln w="12700">
            <a:solidFill>
              <a:srgbClr val="A8BAC4"/>
            </a:solidFill>
            <a:prstDash val="solid"/>
          </a:ln>
        </p:spPr>
      </p:sp>
      <p:sp>
        <p:nvSpPr>
          <p:cNvPr id="69" name="Shape 67"/>
          <p:cNvSpPr/>
          <p:nvPr/>
        </p:nvSpPr>
        <p:spPr>
          <a:xfrm>
            <a:off x="5184648" y="3845052"/>
            <a:ext cx="256032" cy="0"/>
          </a:xfrm>
          <a:prstGeom prst="line">
            <a:avLst/>
          </a:prstGeom>
          <a:noFill/>
          <a:ln w="12700">
            <a:solidFill>
              <a:srgbClr val="A8BAC4"/>
            </a:solidFill>
            <a:prstDash val="solid"/>
          </a:ln>
        </p:spPr>
      </p:sp>
      <p:sp>
        <p:nvSpPr>
          <p:cNvPr id="70" name="Shape 68"/>
          <p:cNvSpPr/>
          <p:nvPr/>
        </p:nvSpPr>
        <p:spPr>
          <a:xfrm>
            <a:off x="5440680" y="3703320"/>
            <a:ext cx="283464" cy="283464"/>
          </a:xfrm>
          <a:prstGeom prst="ellipse">
            <a:avLst/>
          </a:prstGeom>
          <a:solidFill>
            <a:srgbClr val="A8BAC4">
              <a:alpha val="75000"/>
            </a:srgbClr>
          </a:solidFill>
          <a:ln w="12700">
            <a:solidFill>
              <a:srgbClr val="A8BAC4"/>
            </a:solidFill>
            <a:prstDash val="solid"/>
          </a:ln>
        </p:spPr>
      </p:sp>
      <p:sp>
        <p:nvSpPr>
          <p:cNvPr id="71" name="Shape 69"/>
          <p:cNvSpPr/>
          <p:nvPr/>
        </p:nvSpPr>
        <p:spPr>
          <a:xfrm>
            <a:off x="5715000" y="3845052"/>
            <a:ext cx="256032" cy="0"/>
          </a:xfrm>
          <a:prstGeom prst="line">
            <a:avLst/>
          </a:prstGeom>
          <a:noFill/>
          <a:ln w="12700">
            <a:solidFill>
              <a:srgbClr val="A8BAC4"/>
            </a:solidFill>
            <a:prstDash val="solid"/>
          </a:ln>
        </p:spPr>
      </p:sp>
      <p:sp>
        <p:nvSpPr>
          <p:cNvPr id="72" name="Shape 70"/>
          <p:cNvSpPr/>
          <p:nvPr/>
        </p:nvSpPr>
        <p:spPr>
          <a:xfrm>
            <a:off x="5971032" y="3703320"/>
            <a:ext cx="283464" cy="283464"/>
          </a:xfrm>
          <a:prstGeom prst="ellipse">
            <a:avLst/>
          </a:prstGeom>
          <a:solidFill>
            <a:srgbClr val="A8BAC4">
              <a:alpha val="75000"/>
            </a:srgbClr>
          </a:solidFill>
          <a:ln w="12700">
            <a:solidFill>
              <a:srgbClr val="A8BAC4"/>
            </a:solidFill>
            <a:prstDash val="solid"/>
          </a:ln>
        </p:spPr>
      </p:sp>
      <p:sp>
        <p:nvSpPr>
          <p:cNvPr id="73" name="Shape 71"/>
          <p:cNvSpPr/>
          <p:nvPr/>
        </p:nvSpPr>
        <p:spPr>
          <a:xfrm>
            <a:off x="6245352" y="3845052"/>
            <a:ext cx="256032" cy="0"/>
          </a:xfrm>
          <a:prstGeom prst="line">
            <a:avLst/>
          </a:prstGeom>
          <a:noFill/>
          <a:ln w="12700">
            <a:solidFill>
              <a:srgbClr val="A8BAC4"/>
            </a:solidFill>
            <a:prstDash val="solid"/>
          </a:ln>
        </p:spPr>
      </p:sp>
      <p:sp>
        <p:nvSpPr>
          <p:cNvPr id="74" name="Shape 72"/>
          <p:cNvSpPr/>
          <p:nvPr/>
        </p:nvSpPr>
        <p:spPr>
          <a:xfrm>
            <a:off x="6501384" y="3703320"/>
            <a:ext cx="283464" cy="283464"/>
          </a:xfrm>
          <a:prstGeom prst="ellipse">
            <a:avLst/>
          </a:prstGeom>
          <a:solidFill>
            <a:srgbClr val="A8BAC4">
              <a:alpha val="75000"/>
            </a:srgbClr>
          </a:solidFill>
          <a:ln w="12700">
            <a:solidFill>
              <a:srgbClr val="A8BAC4"/>
            </a:solidFill>
            <a:prstDash val="solid"/>
          </a:ln>
        </p:spPr>
      </p:sp>
      <p:sp>
        <p:nvSpPr>
          <p:cNvPr id="75" name="Shape 73"/>
          <p:cNvSpPr/>
          <p:nvPr/>
        </p:nvSpPr>
        <p:spPr>
          <a:xfrm>
            <a:off x="6775704" y="3845052"/>
            <a:ext cx="256032" cy="0"/>
          </a:xfrm>
          <a:prstGeom prst="line">
            <a:avLst/>
          </a:prstGeom>
          <a:noFill/>
          <a:ln w="12700">
            <a:solidFill>
              <a:srgbClr val="A8BAC4"/>
            </a:solidFill>
            <a:prstDash val="solid"/>
          </a:ln>
        </p:spPr>
      </p:sp>
      <p:sp>
        <p:nvSpPr>
          <p:cNvPr id="76" name="Shape 74"/>
          <p:cNvSpPr/>
          <p:nvPr/>
        </p:nvSpPr>
        <p:spPr>
          <a:xfrm>
            <a:off x="7031736" y="3703320"/>
            <a:ext cx="283464" cy="283464"/>
          </a:xfrm>
          <a:prstGeom prst="ellipse">
            <a:avLst/>
          </a:prstGeom>
          <a:solidFill>
            <a:srgbClr val="A8BAC4">
              <a:alpha val="75000"/>
            </a:srgbClr>
          </a:solidFill>
          <a:ln w="12700">
            <a:solidFill>
              <a:srgbClr val="A8BAC4"/>
            </a:solidFill>
            <a:prstDash val="solid"/>
          </a:ln>
        </p:spPr>
      </p:sp>
      <p:sp>
        <p:nvSpPr>
          <p:cNvPr id="77" name="Shape 75"/>
          <p:cNvSpPr/>
          <p:nvPr/>
        </p:nvSpPr>
        <p:spPr>
          <a:xfrm>
            <a:off x="7708392" y="3703320"/>
            <a:ext cx="594360" cy="310896"/>
          </a:xfrm>
          <a:prstGeom prst="chevron">
            <a:avLst/>
          </a:prstGeom>
          <a:solidFill>
            <a:srgbClr val="FF8A4C"/>
          </a:solidFill>
          <a:ln w="12700">
            <a:solidFill>
              <a:srgbClr val="FF8A4C">
                <a:alpha val="0"/>
              </a:srgbClr>
            </a:solidFill>
            <a:prstDash val="solid"/>
          </a:ln>
        </p:spPr>
      </p:sp>
      <p:sp>
        <p:nvSpPr>
          <p:cNvPr id="78" name="Shape 76"/>
          <p:cNvSpPr/>
          <p:nvPr/>
        </p:nvSpPr>
        <p:spPr>
          <a:xfrm>
            <a:off x="8549640" y="3602736"/>
            <a:ext cx="2487168" cy="1051560"/>
          </a:xfrm>
          <a:prstGeom prst="roundRect">
            <a:avLst>
              <a:gd name="adj" fmla="val 5217"/>
            </a:avLst>
          </a:prstGeom>
          <a:solidFill>
            <a:srgbClr val="FF8A4C"/>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79" name="Shape 77"/>
          <p:cNvSpPr/>
          <p:nvPr/>
        </p:nvSpPr>
        <p:spPr>
          <a:xfrm>
            <a:off x="2880360" y="5650992"/>
            <a:ext cx="27432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80" name="Shape 78"/>
          <p:cNvSpPr/>
          <p:nvPr/>
        </p:nvSpPr>
        <p:spPr>
          <a:xfrm>
            <a:off x="2880360" y="5650992"/>
            <a:ext cx="73152" cy="1078992"/>
          </a:xfrm>
          <a:prstGeom prst="rect">
            <a:avLst/>
          </a:prstGeom>
          <a:solidFill>
            <a:srgbClr val="A8BAC4"/>
          </a:solidFill>
          <a:ln w="12700">
            <a:solidFill>
              <a:srgbClr val="A8BAC4">
                <a:alpha val="0"/>
              </a:srgbClr>
            </a:solidFill>
            <a:prstDash val="solid"/>
          </a:ln>
        </p:spPr>
      </p:sp>
      <p:sp>
        <p:nvSpPr>
          <p:cNvPr id="81" name="Shape 79"/>
          <p:cNvSpPr/>
          <p:nvPr/>
        </p:nvSpPr>
        <p:spPr>
          <a:xfrm>
            <a:off x="5815584" y="6016752"/>
            <a:ext cx="530352" cy="310896"/>
          </a:xfrm>
          <a:prstGeom prst="chevron">
            <a:avLst/>
          </a:prstGeom>
          <a:solidFill>
            <a:srgbClr val="B7F34A"/>
          </a:solidFill>
          <a:ln w="12700">
            <a:solidFill>
              <a:srgbClr val="B7F34A">
                <a:alpha val="0"/>
              </a:srgbClr>
            </a:solidFill>
            <a:prstDash val="solid"/>
          </a:ln>
        </p:spPr>
      </p:sp>
      <p:sp>
        <p:nvSpPr>
          <p:cNvPr id="82" name="Shape 80"/>
          <p:cNvSpPr/>
          <p:nvPr/>
        </p:nvSpPr>
        <p:spPr>
          <a:xfrm>
            <a:off x="6565392" y="5650992"/>
            <a:ext cx="27432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83" name="Shape 81"/>
          <p:cNvSpPr/>
          <p:nvPr/>
        </p:nvSpPr>
        <p:spPr>
          <a:xfrm>
            <a:off x="6565392" y="5650992"/>
            <a:ext cx="73152" cy="1078992"/>
          </a:xfrm>
          <a:prstGeom prst="rect">
            <a:avLst/>
          </a:prstGeom>
          <a:solidFill>
            <a:srgbClr val="B7F34A"/>
          </a:solidFill>
          <a:ln w="12700">
            <a:solidFill>
              <a:srgbClr val="B7F34A">
                <a:alpha val="0"/>
              </a:srgbClr>
            </a:solidFill>
            <a:prstDash val="solid"/>
          </a:ln>
        </p:spPr>
      </p:sp>
      <p:pic>
        <p:nvPicPr>
          <p:cNvPr id="85"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86"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87"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88"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89" name="Image 4" descr="preencoded.png">    </p:cNvPr>
          <p:cNvPicPr>
            <a:picLocks noChangeAspect="1"/>
          </p:cNvPicPr>
          <p:nvPr/>
        </p:nvPicPr>
        <p:blipFill>
          <a:blip r:embed="rId5"/>
          <a:stretch>
            <a:fillRect/>
          </a:stretch>
        </p:blipFill>
        <p:spPr>
          <a:xfrm>
            <a:off x="658368" y="1399032"/>
            <a:ext cx="2926080" cy="274320"/>
          </a:xfrm>
          <a:prstGeom prst="rect">
            <a:avLst/>
          </a:prstGeom>
        </p:spPr>
      </p:pic>
      <p:pic>
        <p:nvPicPr>
          <p:cNvPr id="90" name="Image 5" descr="preencoded.png">    </p:cNvPr>
          <p:cNvPicPr>
            <a:picLocks noChangeAspect="1"/>
          </p:cNvPicPr>
          <p:nvPr/>
        </p:nvPicPr>
        <p:blipFill>
          <a:blip r:embed="rId6"/>
          <a:stretch>
            <a:fillRect/>
          </a:stretch>
        </p:blipFill>
        <p:spPr>
          <a:xfrm>
            <a:off x="658368" y="1773936"/>
            <a:ext cx="3291840" cy="640080"/>
          </a:xfrm>
          <a:prstGeom prst="rect">
            <a:avLst/>
          </a:prstGeom>
        </p:spPr>
      </p:pic>
      <p:pic>
        <p:nvPicPr>
          <p:cNvPr id="91" name="Image 6" descr="preencoded.png">    </p:cNvPr>
          <p:cNvPicPr>
            <a:picLocks noChangeAspect="1"/>
          </p:cNvPicPr>
          <p:nvPr/>
        </p:nvPicPr>
        <p:blipFill>
          <a:blip r:embed="rId7"/>
          <a:stretch>
            <a:fillRect/>
          </a:stretch>
        </p:blipFill>
        <p:spPr>
          <a:xfrm>
            <a:off x="685800" y="2487168"/>
            <a:ext cx="3383280" cy="292608"/>
          </a:xfrm>
          <a:prstGeom prst="rect">
            <a:avLst/>
          </a:prstGeom>
        </p:spPr>
      </p:pic>
      <p:pic>
        <p:nvPicPr>
          <p:cNvPr id="92" name="Image 7" descr="preencoded.png">    </p:cNvPr>
          <p:cNvPicPr>
            <a:picLocks noChangeAspect="1"/>
          </p:cNvPicPr>
          <p:nvPr/>
        </p:nvPicPr>
        <p:blipFill>
          <a:blip r:embed="rId8"/>
          <a:stretch>
            <a:fillRect/>
          </a:stretch>
        </p:blipFill>
        <p:spPr>
          <a:xfrm>
            <a:off x="10680192" y="1883664"/>
            <a:ext cx="365760" cy="274320"/>
          </a:xfrm>
          <a:prstGeom prst="rect">
            <a:avLst/>
          </a:prstGeom>
        </p:spPr>
      </p:pic>
      <p:pic>
        <p:nvPicPr>
          <p:cNvPr id="93" name="Image 8" descr="preencoded.png">    </p:cNvPr>
          <p:cNvPicPr>
            <a:picLocks noChangeAspect="1"/>
          </p:cNvPicPr>
          <p:nvPr/>
        </p:nvPicPr>
        <p:blipFill>
          <a:blip r:embed="rId9"/>
          <a:stretch>
            <a:fillRect/>
          </a:stretch>
        </p:blipFill>
        <p:spPr>
          <a:xfrm>
            <a:off x="960120" y="3657600"/>
            <a:ext cx="1508760" cy="292608"/>
          </a:xfrm>
          <a:prstGeom prst="rect">
            <a:avLst/>
          </a:prstGeom>
        </p:spPr>
      </p:pic>
      <p:pic>
        <p:nvPicPr>
          <p:cNvPr id="94" name="Image 9" descr="preencoded.png">    </p:cNvPr>
          <p:cNvPicPr>
            <a:picLocks noChangeAspect="1"/>
          </p:cNvPicPr>
          <p:nvPr/>
        </p:nvPicPr>
        <p:blipFill>
          <a:blip r:embed="rId10"/>
          <a:stretch>
            <a:fillRect/>
          </a:stretch>
        </p:blipFill>
        <p:spPr>
          <a:xfrm>
            <a:off x="2788920" y="4233672"/>
            <a:ext cx="4572000" cy="256032"/>
          </a:xfrm>
          <a:prstGeom prst="rect">
            <a:avLst/>
          </a:prstGeom>
        </p:spPr>
      </p:pic>
      <p:pic>
        <p:nvPicPr>
          <p:cNvPr id="95" name="Image 10" descr="preencoded.png">    </p:cNvPr>
          <p:cNvPicPr>
            <a:picLocks noChangeAspect="1"/>
          </p:cNvPicPr>
          <p:nvPr/>
        </p:nvPicPr>
        <p:blipFill>
          <a:blip r:embed="rId11"/>
          <a:stretch>
            <a:fillRect/>
          </a:stretch>
        </p:blipFill>
        <p:spPr>
          <a:xfrm>
            <a:off x="8842248" y="3803904"/>
            <a:ext cx="1901952" cy="310896"/>
          </a:xfrm>
          <a:prstGeom prst="rect">
            <a:avLst/>
          </a:prstGeom>
        </p:spPr>
      </p:pic>
      <p:pic>
        <p:nvPicPr>
          <p:cNvPr id="96" name="Image 11" descr="preencoded.png">    </p:cNvPr>
          <p:cNvPicPr>
            <a:picLocks noChangeAspect="1"/>
          </p:cNvPicPr>
          <p:nvPr/>
        </p:nvPicPr>
        <p:blipFill>
          <a:blip r:embed="rId12"/>
          <a:stretch>
            <a:fillRect/>
          </a:stretch>
        </p:blipFill>
        <p:spPr>
          <a:xfrm>
            <a:off x="8668512" y="4224528"/>
            <a:ext cx="2240280" cy="201168"/>
          </a:xfrm>
          <a:prstGeom prst="rect">
            <a:avLst/>
          </a:prstGeom>
        </p:spPr>
      </p:pic>
      <p:pic>
        <p:nvPicPr>
          <p:cNvPr id="97" name="Image 12" descr="preencoded.png">    </p:cNvPr>
          <p:cNvPicPr>
            <a:picLocks noChangeAspect="1"/>
          </p:cNvPicPr>
          <p:nvPr/>
        </p:nvPicPr>
        <p:blipFill>
          <a:blip r:embed="rId13"/>
          <a:stretch>
            <a:fillRect/>
          </a:stretch>
        </p:blipFill>
        <p:spPr>
          <a:xfrm>
            <a:off x="3081528" y="5760720"/>
            <a:ext cx="2395728" cy="210312"/>
          </a:xfrm>
          <a:prstGeom prst="rect">
            <a:avLst/>
          </a:prstGeom>
        </p:spPr>
      </p:pic>
      <p:pic>
        <p:nvPicPr>
          <p:cNvPr id="98" name="Image 13" descr="preencoded.png">    </p:cNvPr>
          <p:cNvPicPr>
            <a:picLocks noChangeAspect="1"/>
          </p:cNvPicPr>
          <p:nvPr/>
        </p:nvPicPr>
        <p:blipFill>
          <a:blip r:embed="rId14"/>
          <a:stretch>
            <a:fillRect/>
          </a:stretch>
        </p:blipFill>
        <p:spPr>
          <a:xfrm>
            <a:off x="3063240" y="5989320"/>
            <a:ext cx="2423160" cy="438912"/>
          </a:xfrm>
          <a:prstGeom prst="rect">
            <a:avLst/>
          </a:prstGeom>
        </p:spPr>
      </p:pic>
      <p:pic>
        <p:nvPicPr>
          <p:cNvPr id="99" name="Image 14" descr="preencoded.png">    </p:cNvPr>
          <p:cNvPicPr>
            <a:picLocks noChangeAspect="1"/>
          </p:cNvPicPr>
          <p:nvPr/>
        </p:nvPicPr>
        <p:blipFill>
          <a:blip r:embed="rId15"/>
          <a:stretch>
            <a:fillRect/>
          </a:stretch>
        </p:blipFill>
        <p:spPr>
          <a:xfrm>
            <a:off x="3081528" y="6455664"/>
            <a:ext cx="2395728" cy="164592"/>
          </a:xfrm>
          <a:prstGeom prst="rect">
            <a:avLst/>
          </a:prstGeom>
        </p:spPr>
      </p:pic>
      <p:pic>
        <p:nvPicPr>
          <p:cNvPr id="100" name="Image 15" descr="preencoded.png">    </p:cNvPr>
          <p:cNvPicPr>
            <a:picLocks noChangeAspect="1"/>
          </p:cNvPicPr>
          <p:nvPr/>
        </p:nvPicPr>
        <p:blipFill>
          <a:blip r:embed="rId16"/>
          <a:stretch>
            <a:fillRect/>
          </a:stretch>
        </p:blipFill>
        <p:spPr>
          <a:xfrm>
            <a:off x="6766560" y="5760720"/>
            <a:ext cx="2395728" cy="210312"/>
          </a:xfrm>
          <a:prstGeom prst="rect">
            <a:avLst/>
          </a:prstGeom>
        </p:spPr>
      </p:pic>
      <p:pic>
        <p:nvPicPr>
          <p:cNvPr id="101" name="Image 16" descr="preencoded.png">    </p:cNvPr>
          <p:cNvPicPr>
            <a:picLocks noChangeAspect="1"/>
          </p:cNvPicPr>
          <p:nvPr/>
        </p:nvPicPr>
        <p:blipFill>
          <a:blip r:embed="rId17"/>
          <a:stretch>
            <a:fillRect/>
          </a:stretch>
        </p:blipFill>
        <p:spPr>
          <a:xfrm>
            <a:off x="6748272" y="5989320"/>
            <a:ext cx="2423160" cy="438912"/>
          </a:xfrm>
          <a:prstGeom prst="rect">
            <a:avLst/>
          </a:prstGeom>
        </p:spPr>
      </p:pic>
      <p:pic>
        <p:nvPicPr>
          <p:cNvPr id="102" name="Image 17" descr="preencoded.png">    </p:cNvPr>
          <p:cNvPicPr>
            <a:picLocks noChangeAspect="1"/>
          </p:cNvPicPr>
          <p:nvPr/>
        </p:nvPicPr>
        <p:blipFill>
          <a:blip r:embed="rId18"/>
          <a:stretch>
            <a:fillRect/>
          </a:stretch>
        </p:blipFill>
        <p:spPr>
          <a:xfrm>
            <a:off x="6766560" y="6455664"/>
            <a:ext cx="2395728" cy="16459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777240" y="4846320"/>
            <a:ext cx="987552" cy="502920"/>
          </a:xfrm>
          <a:prstGeom prst="roundRect">
            <a:avLst/>
          </a:prstGeom>
          <a:solidFill>
            <a:srgbClr val="FF5E68">
              <a:alpha val="92000"/>
            </a:srgbClr>
          </a:solidFill>
          <a:ln w="12700">
            <a:solidFill>
              <a:srgbClr val="FF5E68"/>
            </a:solidFill>
            <a:prstDash val="solid"/>
          </a:ln>
        </p:spPr>
      </p:sp>
      <p:sp>
        <p:nvSpPr>
          <p:cNvPr id="40" name="Shape 38"/>
          <p:cNvSpPr/>
          <p:nvPr/>
        </p:nvSpPr>
        <p:spPr>
          <a:xfrm>
            <a:off x="2350008" y="2350418"/>
            <a:ext cx="987552" cy="2998822"/>
          </a:xfrm>
          <a:prstGeom prst="roundRect">
            <a:avLst/>
          </a:prstGeom>
          <a:solidFill>
            <a:srgbClr val="FF8A4C">
              <a:alpha val="92000"/>
            </a:srgbClr>
          </a:solidFill>
          <a:ln w="12700">
            <a:solidFill>
              <a:srgbClr val="FF8A4C"/>
            </a:solidFill>
            <a:prstDash val="solid"/>
          </a:ln>
        </p:spPr>
      </p:sp>
      <p:sp>
        <p:nvSpPr>
          <p:cNvPr id="41" name="Shape 39"/>
          <p:cNvSpPr/>
          <p:nvPr/>
        </p:nvSpPr>
        <p:spPr>
          <a:xfrm>
            <a:off x="3922776" y="2176890"/>
            <a:ext cx="987552" cy="3172350"/>
          </a:xfrm>
          <a:prstGeom prst="roundRect">
            <a:avLst/>
          </a:prstGeom>
          <a:solidFill>
            <a:srgbClr val="0E8F87">
              <a:alpha val="92000"/>
            </a:srgbClr>
          </a:solidFill>
          <a:ln w="12700">
            <a:solidFill>
              <a:srgbClr val="0E8F87"/>
            </a:solidFill>
            <a:prstDash val="solid"/>
          </a:ln>
        </p:spPr>
      </p:sp>
      <p:sp>
        <p:nvSpPr>
          <p:cNvPr id="42" name="Shape 40"/>
          <p:cNvSpPr/>
          <p:nvPr/>
        </p:nvSpPr>
        <p:spPr>
          <a:xfrm>
            <a:off x="5495544" y="2164034"/>
            <a:ext cx="987552" cy="3185206"/>
          </a:xfrm>
          <a:prstGeom prst="roundRect">
            <a:avLst/>
          </a:prstGeom>
          <a:solidFill>
            <a:srgbClr val="4F9BFF">
              <a:alpha val="92000"/>
            </a:srgbClr>
          </a:solidFill>
          <a:ln w="12700">
            <a:solidFill>
              <a:srgbClr val="4F9BFF"/>
            </a:solidFill>
            <a:prstDash val="solid"/>
          </a:ln>
        </p:spPr>
      </p:sp>
      <p:sp>
        <p:nvSpPr>
          <p:cNvPr id="43" name="Shape 41"/>
          <p:cNvSpPr/>
          <p:nvPr/>
        </p:nvSpPr>
        <p:spPr>
          <a:xfrm>
            <a:off x="7068312" y="2139085"/>
            <a:ext cx="987552" cy="3210155"/>
          </a:xfrm>
          <a:prstGeom prst="roundRect">
            <a:avLst/>
          </a:prstGeom>
          <a:solidFill>
            <a:srgbClr val="0E8F87">
              <a:alpha val="92000"/>
            </a:srgbClr>
          </a:solidFill>
          <a:ln w="12700">
            <a:solidFill>
              <a:srgbClr val="0E8F87"/>
            </a:solidFill>
            <a:prstDash val="solid"/>
          </a:ln>
        </p:spPr>
      </p:sp>
      <p:sp>
        <p:nvSpPr>
          <p:cNvPr id="44" name="Shape 42"/>
          <p:cNvSpPr/>
          <p:nvPr/>
        </p:nvSpPr>
        <p:spPr>
          <a:xfrm>
            <a:off x="8641080" y="2136514"/>
            <a:ext cx="987552" cy="3212726"/>
          </a:xfrm>
          <a:prstGeom prst="roundRect">
            <a:avLst/>
          </a:prstGeom>
          <a:solidFill>
            <a:srgbClr val="0E8F87">
              <a:alpha val="92000"/>
            </a:srgbClr>
          </a:solidFill>
          <a:ln w="12700">
            <a:solidFill>
              <a:srgbClr val="0E8F87"/>
            </a:solidFill>
            <a:prstDash val="solid"/>
          </a:ln>
        </p:spPr>
      </p:sp>
      <p:sp>
        <p:nvSpPr>
          <p:cNvPr id="45" name="Shape 43"/>
          <p:cNvSpPr/>
          <p:nvPr/>
        </p:nvSpPr>
        <p:spPr>
          <a:xfrm>
            <a:off x="10213848" y="2133943"/>
            <a:ext cx="987552" cy="3215297"/>
          </a:xfrm>
          <a:prstGeom prst="roundRect">
            <a:avLst/>
          </a:prstGeom>
          <a:solidFill>
            <a:srgbClr val="B7F34A"/>
          </a:solidFill>
          <a:ln w="12700">
            <a:solidFill>
              <a:srgbClr val="B7F34A"/>
            </a:solidFill>
            <a:prstDash val="solid"/>
          </a:ln>
        </p:spPr>
      </p:sp>
      <p:sp>
        <p:nvSpPr>
          <p:cNvPr id="46" name="Shape 44"/>
          <p:cNvSpPr/>
          <p:nvPr/>
        </p:nvSpPr>
        <p:spPr>
          <a:xfrm>
            <a:off x="658368" y="5358384"/>
            <a:ext cx="10881360" cy="0"/>
          </a:xfrm>
          <a:prstGeom prst="line">
            <a:avLst/>
          </a:prstGeom>
          <a:noFill/>
          <a:ln w="15240">
            <a:solidFill>
              <a:srgbClr val="081522"/>
            </a:solidFill>
            <a:prstDash val="solid"/>
          </a:ln>
        </p:spPr>
      </p:sp>
      <p:sp>
        <p:nvSpPr>
          <p:cNvPr id="47" name="Shape 45"/>
          <p:cNvSpPr/>
          <p:nvPr/>
        </p:nvSpPr>
        <p:spPr>
          <a:xfrm>
            <a:off x="749808" y="1307592"/>
            <a:ext cx="3044952" cy="310896"/>
          </a:xfrm>
          <a:prstGeom prst="roundRect">
            <a:avLst/>
          </a:prstGeom>
          <a:solidFill>
            <a:srgbClr val="FF5E68">
              <a:alpha val="28000"/>
            </a:srgbClr>
          </a:solidFill>
          <a:ln w="12700">
            <a:solidFill>
              <a:srgbClr val="FF5E68"/>
            </a:solidFill>
            <a:prstDash val="solid"/>
          </a:ln>
        </p:spPr>
      </p:sp>
      <p:sp>
        <p:nvSpPr>
          <p:cNvPr id="48" name="Shape 46"/>
          <p:cNvSpPr/>
          <p:nvPr/>
        </p:nvSpPr>
        <p:spPr>
          <a:xfrm>
            <a:off x="4498848" y="1307592"/>
            <a:ext cx="2697480" cy="310896"/>
          </a:xfrm>
          <a:prstGeom prst="roundRect">
            <a:avLst/>
          </a:prstGeom>
          <a:solidFill>
            <a:srgbClr val="0E8F87">
              <a:alpha val="28000"/>
            </a:srgbClr>
          </a:solidFill>
          <a:ln w="12700">
            <a:solidFill>
              <a:srgbClr val="0E8F87"/>
            </a:solidFill>
            <a:prstDash val="solid"/>
          </a:ln>
        </p:spPr>
      </p:sp>
      <p:sp>
        <p:nvSpPr>
          <p:cNvPr id="49" name="Shape 47"/>
          <p:cNvSpPr/>
          <p:nvPr/>
        </p:nvSpPr>
        <p:spPr>
          <a:xfrm>
            <a:off x="7891272" y="1307592"/>
            <a:ext cx="3017520" cy="310896"/>
          </a:xfrm>
          <a:prstGeom prst="roundRect">
            <a:avLst/>
          </a:prstGeom>
          <a:solidFill>
            <a:srgbClr val="B7F34A">
              <a:alpha val="28000"/>
            </a:srgbClr>
          </a:solidFill>
          <a:ln w="12700">
            <a:solidFill>
              <a:srgbClr val="B7F34A"/>
            </a:solidFill>
            <a:prstDash val="solid"/>
          </a:ln>
        </p:spPr>
      </p:sp>
      <p:pic>
        <p:nvPicPr>
          <p:cNvPr id="51"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2"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3"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4"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5" name="Image 4" descr="preencoded.png">    </p:cNvPr>
          <p:cNvPicPr>
            <a:picLocks noChangeAspect="1"/>
          </p:cNvPicPr>
          <p:nvPr/>
        </p:nvPicPr>
        <p:blipFill>
          <a:blip r:embed="rId5"/>
          <a:stretch>
            <a:fillRect/>
          </a:stretch>
        </p:blipFill>
        <p:spPr>
          <a:xfrm>
            <a:off x="667512" y="4462272"/>
            <a:ext cx="1207008" cy="256032"/>
          </a:xfrm>
          <a:prstGeom prst="rect">
            <a:avLst/>
          </a:prstGeom>
        </p:spPr>
      </p:pic>
      <p:pic>
        <p:nvPicPr>
          <p:cNvPr id="56" name="Image 5" descr="preencoded.png">    </p:cNvPr>
          <p:cNvPicPr>
            <a:picLocks noChangeAspect="1"/>
          </p:cNvPicPr>
          <p:nvPr/>
        </p:nvPicPr>
        <p:blipFill>
          <a:blip r:embed="rId6"/>
          <a:stretch>
            <a:fillRect/>
          </a:stretch>
        </p:blipFill>
        <p:spPr>
          <a:xfrm>
            <a:off x="603504" y="5522976"/>
            <a:ext cx="1335024" cy="246888"/>
          </a:xfrm>
          <a:prstGeom prst="rect">
            <a:avLst/>
          </a:prstGeom>
        </p:spPr>
      </p:pic>
      <p:pic>
        <p:nvPicPr>
          <p:cNvPr id="57" name="Image 6" descr="preencoded.png">    </p:cNvPr>
          <p:cNvPicPr>
            <a:picLocks noChangeAspect="1"/>
          </p:cNvPicPr>
          <p:nvPr/>
        </p:nvPicPr>
        <p:blipFill>
          <a:blip r:embed="rId7"/>
          <a:stretch>
            <a:fillRect/>
          </a:stretch>
        </p:blipFill>
        <p:spPr>
          <a:xfrm>
            <a:off x="2240280" y="1966370"/>
            <a:ext cx="1207008" cy="256032"/>
          </a:xfrm>
          <a:prstGeom prst="rect">
            <a:avLst/>
          </a:prstGeom>
        </p:spPr>
      </p:pic>
      <p:pic>
        <p:nvPicPr>
          <p:cNvPr id="58" name="Image 7" descr="preencoded.png">    </p:cNvPr>
          <p:cNvPicPr>
            <a:picLocks noChangeAspect="1"/>
          </p:cNvPicPr>
          <p:nvPr/>
        </p:nvPicPr>
        <p:blipFill>
          <a:blip r:embed="rId8"/>
          <a:stretch>
            <a:fillRect/>
          </a:stretch>
        </p:blipFill>
        <p:spPr>
          <a:xfrm>
            <a:off x="2176272" y="5522976"/>
            <a:ext cx="1335024" cy="246888"/>
          </a:xfrm>
          <a:prstGeom prst="rect">
            <a:avLst/>
          </a:prstGeom>
        </p:spPr>
      </p:pic>
      <p:pic>
        <p:nvPicPr>
          <p:cNvPr id="59" name="Image 8" descr="preencoded.png">    </p:cNvPr>
          <p:cNvPicPr>
            <a:picLocks noChangeAspect="1"/>
          </p:cNvPicPr>
          <p:nvPr/>
        </p:nvPicPr>
        <p:blipFill>
          <a:blip r:embed="rId9"/>
          <a:stretch>
            <a:fillRect/>
          </a:stretch>
        </p:blipFill>
        <p:spPr>
          <a:xfrm>
            <a:off x="3813048" y="1792842"/>
            <a:ext cx="1207008" cy="256032"/>
          </a:xfrm>
          <a:prstGeom prst="rect">
            <a:avLst/>
          </a:prstGeom>
        </p:spPr>
      </p:pic>
      <p:pic>
        <p:nvPicPr>
          <p:cNvPr id="60" name="Image 9" descr="preencoded.png">    </p:cNvPr>
          <p:cNvPicPr>
            <a:picLocks noChangeAspect="1"/>
          </p:cNvPicPr>
          <p:nvPr/>
        </p:nvPicPr>
        <p:blipFill>
          <a:blip r:embed="rId10"/>
          <a:stretch>
            <a:fillRect/>
          </a:stretch>
        </p:blipFill>
        <p:spPr>
          <a:xfrm>
            <a:off x="3749040" y="5522976"/>
            <a:ext cx="1335024" cy="246888"/>
          </a:xfrm>
          <a:prstGeom prst="rect">
            <a:avLst/>
          </a:prstGeom>
        </p:spPr>
      </p:pic>
      <p:pic>
        <p:nvPicPr>
          <p:cNvPr id="61" name="Image 10" descr="preencoded.png">    </p:cNvPr>
          <p:cNvPicPr>
            <a:picLocks noChangeAspect="1"/>
          </p:cNvPicPr>
          <p:nvPr/>
        </p:nvPicPr>
        <p:blipFill>
          <a:blip r:embed="rId11"/>
          <a:stretch>
            <a:fillRect/>
          </a:stretch>
        </p:blipFill>
        <p:spPr>
          <a:xfrm>
            <a:off x="5385816" y="1779986"/>
            <a:ext cx="1207008" cy="256032"/>
          </a:xfrm>
          <a:prstGeom prst="rect">
            <a:avLst/>
          </a:prstGeom>
        </p:spPr>
      </p:pic>
      <p:pic>
        <p:nvPicPr>
          <p:cNvPr id="62" name="Image 11" descr="preencoded.png">    </p:cNvPr>
          <p:cNvPicPr>
            <a:picLocks noChangeAspect="1"/>
          </p:cNvPicPr>
          <p:nvPr/>
        </p:nvPicPr>
        <p:blipFill>
          <a:blip r:embed="rId12"/>
          <a:stretch>
            <a:fillRect/>
          </a:stretch>
        </p:blipFill>
        <p:spPr>
          <a:xfrm>
            <a:off x="5321808" y="5522976"/>
            <a:ext cx="1335024" cy="246888"/>
          </a:xfrm>
          <a:prstGeom prst="rect">
            <a:avLst/>
          </a:prstGeom>
        </p:spPr>
      </p:pic>
      <p:pic>
        <p:nvPicPr>
          <p:cNvPr id="63" name="Image 12" descr="preencoded.png">    </p:cNvPr>
          <p:cNvPicPr>
            <a:picLocks noChangeAspect="1"/>
          </p:cNvPicPr>
          <p:nvPr/>
        </p:nvPicPr>
        <p:blipFill>
          <a:blip r:embed="rId13"/>
          <a:stretch>
            <a:fillRect/>
          </a:stretch>
        </p:blipFill>
        <p:spPr>
          <a:xfrm>
            <a:off x="6958584" y="1755037"/>
            <a:ext cx="1207008" cy="256032"/>
          </a:xfrm>
          <a:prstGeom prst="rect">
            <a:avLst/>
          </a:prstGeom>
        </p:spPr>
      </p:pic>
      <p:pic>
        <p:nvPicPr>
          <p:cNvPr id="64" name="Image 13" descr="preencoded.png">    </p:cNvPr>
          <p:cNvPicPr>
            <a:picLocks noChangeAspect="1"/>
          </p:cNvPicPr>
          <p:nvPr/>
        </p:nvPicPr>
        <p:blipFill>
          <a:blip r:embed="rId14"/>
          <a:stretch>
            <a:fillRect/>
          </a:stretch>
        </p:blipFill>
        <p:spPr>
          <a:xfrm>
            <a:off x="6894576" y="5522976"/>
            <a:ext cx="1335024" cy="246888"/>
          </a:xfrm>
          <a:prstGeom prst="rect">
            <a:avLst/>
          </a:prstGeom>
        </p:spPr>
      </p:pic>
      <p:pic>
        <p:nvPicPr>
          <p:cNvPr id="65" name="Image 14" descr="preencoded.png">    </p:cNvPr>
          <p:cNvPicPr>
            <a:picLocks noChangeAspect="1"/>
          </p:cNvPicPr>
          <p:nvPr/>
        </p:nvPicPr>
        <p:blipFill>
          <a:blip r:embed="rId15"/>
          <a:stretch>
            <a:fillRect/>
          </a:stretch>
        </p:blipFill>
        <p:spPr>
          <a:xfrm>
            <a:off x="8531352" y="1752466"/>
            <a:ext cx="1207008" cy="256032"/>
          </a:xfrm>
          <a:prstGeom prst="rect">
            <a:avLst/>
          </a:prstGeom>
        </p:spPr>
      </p:pic>
      <p:pic>
        <p:nvPicPr>
          <p:cNvPr id="66" name="Image 15" descr="preencoded.png">    </p:cNvPr>
          <p:cNvPicPr>
            <a:picLocks noChangeAspect="1"/>
          </p:cNvPicPr>
          <p:nvPr/>
        </p:nvPicPr>
        <p:blipFill>
          <a:blip r:embed="rId16"/>
          <a:stretch>
            <a:fillRect/>
          </a:stretch>
        </p:blipFill>
        <p:spPr>
          <a:xfrm>
            <a:off x="8467344" y="5522976"/>
            <a:ext cx="1335024" cy="246888"/>
          </a:xfrm>
          <a:prstGeom prst="rect">
            <a:avLst/>
          </a:prstGeom>
        </p:spPr>
      </p:pic>
      <p:pic>
        <p:nvPicPr>
          <p:cNvPr id="67" name="Image 16" descr="preencoded.png">    </p:cNvPr>
          <p:cNvPicPr>
            <a:picLocks noChangeAspect="1"/>
          </p:cNvPicPr>
          <p:nvPr/>
        </p:nvPicPr>
        <p:blipFill>
          <a:blip r:embed="rId17"/>
          <a:stretch>
            <a:fillRect/>
          </a:stretch>
        </p:blipFill>
        <p:spPr>
          <a:xfrm>
            <a:off x="10104120" y="1749895"/>
            <a:ext cx="1207008" cy="256032"/>
          </a:xfrm>
          <a:prstGeom prst="rect">
            <a:avLst/>
          </a:prstGeom>
        </p:spPr>
      </p:pic>
      <p:pic>
        <p:nvPicPr>
          <p:cNvPr id="68" name="Image 17" descr="preencoded.png">    </p:cNvPr>
          <p:cNvPicPr>
            <a:picLocks noChangeAspect="1"/>
          </p:cNvPicPr>
          <p:nvPr/>
        </p:nvPicPr>
        <p:blipFill>
          <a:blip r:embed="rId18"/>
          <a:stretch>
            <a:fillRect/>
          </a:stretch>
        </p:blipFill>
        <p:spPr>
          <a:xfrm>
            <a:off x="10040112" y="5522976"/>
            <a:ext cx="1335024" cy="246888"/>
          </a:xfrm>
          <a:prstGeom prst="rect">
            <a:avLst/>
          </a:prstGeom>
        </p:spPr>
      </p:pic>
      <p:pic>
        <p:nvPicPr>
          <p:cNvPr id="69" name="Image 18" descr="preencoded.png">    </p:cNvPr>
          <p:cNvPicPr>
            <a:picLocks noChangeAspect="1"/>
          </p:cNvPicPr>
          <p:nvPr/>
        </p:nvPicPr>
        <p:blipFill>
          <a:blip r:embed="rId19"/>
          <a:stretch>
            <a:fillRect/>
          </a:stretch>
        </p:blipFill>
        <p:spPr>
          <a:xfrm>
            <a:off x="795528" y="1335024"/>
            <a:ext cx="2953512" cy="246888"/>
          </a:xfrm>
          <a:prstGeom prst="rect">
            <a:avLst/>
          </a:prstGeom>
        </p:spPr>
      </p:pic>
      <p:pic>
        <p:nvPicPr>
          <p:cNvPr id="70" name="Image 19" descr="preencoded.png">    </p:cNvPr>
          <p:cNvPicPr>
            <a:picLocks noChangeAspect="1"/>
          </p:cNvPicPr>
          <p:nvPr/>
        </p:nvPicPr>
        <p:blipFill>
          <a:blip r:embed="rId20"/>
          <a:stretch>
            <a:fillRect/>
          </a:stretch>
        </p:blipFill>
        <p:spPr>
          <a:xfrm>
            <a:off x="4544568" y="1335024"/>
            <a:ext cx="2606040" cy="246888"/>
          </a:xfrm>
          <a:prstGeom prst="rect">
            <a:avLst/>
          </a:prstGeom>
        </p:spPr>
      </p:pic>
      <p:pic>
        <p:nvPicPr>
          <p:cNvPr id="71" name="Image 20" descr="preencoded.png">    </p:cNvPr>
          <p:cNvPicPr>
            <a:picLocks noChangeAspect="1"/>
          </p:cNvPicPr>
          <p:nvPr/>
        </p:nvPicPr>
        <p:blipFill>
          <a:blip r:embed="rId21"/>
          <a:stretch>
            <a:fillRect/>
          </a:stretch>
        </p:blipFill>
        <p:spPr>
          <a:xfrm>
            <a:off x="7936992" y="1335024"/>
            <a:ext cx="2926080" cy="246888"/>
          </a:xfrm>
          <a:prstGeom prst="rect">
            <a:avLst/>
          </a:prstGeom>
        </p:spPr>
      </p:pic>
      <p:pic>
        <p:nvPicPr>
          <p:cNvPr id="72" name="Image 21" descr="preencoded.png">    </p:cNvPr>
          <p:cNvPicPr>
            <a:picLocks noChangeAspect="1"/>
          </p:cNvPicPr>
          <p:nvPr/>
        </p:nvPicPr>
        <p:blipFill>
          <a:blip r:embed="rId22"/>
          <a:stretch>
            <a:fillRect/>
          </a:stretch>
        </p:blipFill>
        <p:spPr>
          <a:xfrm>
            <a:off x="3383280" y="6062472"/>
            <a:ext cx="5394960" cy="3291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58368" y="1417320"/>
            <a:ext cx="25146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658368" y="1417320"/>
            <a:ext cx="73152" cy="1078992"/>
          </a:xfrm>
          <a:prstGeom prst="rect">
            <a:avLst/>
          </a:prstGeom>
          <a:solidFill>
            <a:srgbClr val="FF5E68"/>
          </a:solidFill>
          <a:ln w="12700">
            <a:solidFill>
              <a:srgbClr val="FF5E68">
                <a:alpha val="0"/>
              </a:srgbClr>
            </a:solidFill>
            <a:prstDash val="solid"/>
          </a:ln>
        </p:spPr>
      </p:sp>
      <p:sp>
        <p:nvSpPr>
          <p:cNvPr id="41" name="Shape 39"/>
          <p:cNvSpPr/>
          <p:nvPr/>
        </p:nvSpPr>
        <p:spPr>
          <a:xfrm>
            <a:off x="3401568" y="1417320"/>
            <a:ext cx="25146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2" name="Shape 40"/>
          <p:cNvSpPr/>
          <p:nvPr/>
        </p:nvSpPr>
        <p:spPr>
          <a:xfrm>
            <a:off x="3401568" y="1417320"/>
            <a:ext cx="73152" cy="1078992"/>
          </a:xfrm>
          <a:prstGeom prst="rect">
            <a:avLst/>
          </a:prstGeom>
          <a:solidFill>
            <a:srgbClr val="2DD4BF"/>
          </a:solidFill>
          <a:ln w="12700">
            <a:solidFill>
              <a:srgbClr val="2DD4BF">
                <a:alpha val="0"/>
              </a:srgbClr>
            </a:solidFill>
            <a:prstDash val="solid"/>
          </a:ln>
        </p:spPr>
      </p:sp>
      <p:sp>
        <p:nvSpPr>
          <p:cNvPr id="43" name="Shape 41"/>
          <p:cNvSpPr/>
          <p:nvPr/>
        </p:nvSpPr>
        <p:spPr>
          <a:xfrm>
            <a:off x="6144768" y="1417320"/>
            <a:ext cx="25146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4" name="Shape 42"/>
          <p:cNvSpPr/>
          <p:nvPr/>
        </p:nvSpPr>
        <p:spPr>
          <a:xfrm>
            <a:off x="6144768" y="1417320"/>
            <a:ext cx="73152" cy="1078992"/>
          </a:xfrm>
          <a:prstGeom prst="rect">
            <a:avLst/>
          </a:prstGeom>
          <a:solidFill>
            <a:srgbClr val="B7F34A"/>
          </a:solidFill>
          <a:ln w="12700">
            <a:solidFill>
              <a:srgbClr val="B7F34A">
                <a:alpha val="0"/>
              </a:srgbClr>
            </a:solidFill>
            <a:prstDash val="solid"/>
          </a:ln>
        </p:spPr>
      </p:sp>
      <p:sp>
        <p:nvSpPr>
          <p:cNvPr id="45" name="Shape 43"/>
          <p:cNvSpPr/>
          <p:nvPr/>
        </p:nvSpPr>
        <p:spPr>
          <a:xfrm>
            <a:off x="8887968" y="1417320"/>
            <a:ext cx="2514600"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8887968" y="1417320"/>
            <a:ext cx="73152" cy="1078992"/>
          </a:xfrm>
          <a:prstGeom prst="rect">
            <a:avLst/>
          </a:prstGeom>
          <a:solidFill>
            <a:srgbClr val="FF8A4C"/>
          </a:solidFill>
          <a:ln w="12700">
            <a:solidFill>
              <a:srgbClr val="FF8A4C">
                <a:alpha val="0"/>
              </a:srgbClr>
            </a:solidFill>
            <a:prstDash val="solid"/>
          </a:ln>
        </p:spPr>
      </p:sp>
      <p:sp>
        <p:nvSpPr>
          <p:cNvPr id="47" name="Shape 45"/>
          <p:cNvSpPr/>
          <p:nvPr/>
        </p:nvSpPr>
        <p:spPr>
          <a:xfrm>
            <a:off x="685800" y="3401568"/>
            <a:ext cx="1874520" cy="1353312"/>
          </a:xfrm>
          <a:prstGeom prst="roundRect">
            <a:avLst>
              <a:gd name="adj" fmla="val 4054"/>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8" name="Shape 46"/>
          <p:cNvSpPr/>
          <p:nvPr/>
        </p:nvSpPr>
        <p:spPr>
          <a:xfrm>
            <a:off x="2898648" y="3401568"/>
            <a:ext cx="1874520" cy="1353312"/>
          </a:xfrm>
          <a:prstGeom prst="roundRect">
            <a:avLst>
              <a:gd name="adj" fmla="val 4054"/>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9" name="Shape 47"/>
          <p:cNvSpPr/>
          <p:nvPr/>
        </p:nvSpPr>
        <p:spPr>
          <a:xfrm>
            <a:off x="5111496" y="3401568"/>
            <a:ext cx="1874520" cy="1353312"/>
          </a:xfrm>
          <a:prstGeom prst="roundRect">
            <a:avLst>
              <a:gd name="adj" fmla="val 4054"/>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50" name="Shape 48"/>
          <p:cNvSpPr/>
          <p:nvPr/>
        </p:nvSpPr>
        <p:spPr>
          <a:xfrm>
            <a:off x="7324344" y="3401568"/>
            <a:ext cx="1874520" cy="1353312"/>
          </a:xfrm>
          <a:prstGeom prst="roundRect">
            <a:avLst>
              <a:gd name="adj" fmla="val 4054"/>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51" name="Shape 49"/>
          <p:cNvSpPr/>
          <p:nvPr/>
        </p:nvSpPr>
        <p:spPr>
          <a:xfrm>
            <a:off x="9537192" y="3401568"/>
            <a:ext cx="1874520" cy="1353312"/>
          </a:xfrm>
          <a:prstGeom prst="roundRect">
            <a:avLst>
              <a:gd name="adj" fmla="val 4054"/>
            </a:avLst>
          </a:prstGeom>
          <a:solidFill>
            <a:srgbClr val="2DD4BF"/>
          </a:solidFill>
          <a:ln w="12700">
            <a:solidFill>
              <a:srgbClr val="2DD4BF"/>
            </a:solidFill>
            <a:prstDash val="solid"/>
          </a:ln>
          <a:effectLst>
            <a:outerShdw sx="100000" sy="100000" kx="0" ky="0" algn="bl" rotWithShape="0" blurRad="12700" dist="50800" dir="2700000">
              <a:srgbClr val="000000">
                <a:alpha val="13000"/>
              </a:srgbClr>
            </a:outerShdw>
          </a:effectLst>
        </p:spPr>
      </p:sp>
      <p:pic>
        <p:nvPicPr>
          <p:cNvPr id="53"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4"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5"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6"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7" name="Image 4" descr="preencoded.png">    </p:cNvPr>
          <p:cNvPicPr>
            <a:picLocks noChangeAspect="1"/>
          </p:cNvPicPr>
          <p:nvPr/>
        </p:nvPicPr>
        <p:blipFill>
          <a:blip r:embed="rId5"/>
          <a:stretch>
            <a:fillRect/>
          </a:stretch>
        </p:blipFill>
        <p:spPr>
          <a:xfrm>
            <a:off x="859536" y="1527048"/>
            <a:ext cx="2167128" cy="210312"/>
          </a:xfrm>
          <a:prstGeom prst="rect">
            <a:avLst/>
          </a:prstGeom>
        </p:spPr>
      </p:pic>
      <p:pic>
        <p:nvPicPr>
          <p:cNvPr id="58" name="Image 5" descr="preencoded.png">    </p:cNvPr>
          <p:cNvPicPr>
            <a:picLocks noChangeAspect="1"/>
          </p:cNvPicPr>
          <p:nvPr/>
        </p:nvPicPr>
        <p:blipFill>
          <a:blip r:embed="rId6"/>
          <a:stretch>
            <a:fillRect/>
          </a:stretch>
        </p:blipFill>
        <p:spPr>
          <a:xfrm>
            <a:off x="841248" y="1755648"/>
            <a:ext cx="2194560" cy="438912"/>
          </a:xfrm>
          <a:prstGeom prst="rect">
            <a:avLst/>
          </a:prstGeom>
        </p:spPr>
      </p:pic>
      <p:pic>
        <p:nvPicPr>
          <p:cNvPr id="59" name="Image 6" descr="preencoded.png">    </p:cNvPr>
          <p:cNvPicPr>
            <a:picLocks noChangeAspect="1"/>
          </p:cNvPicPr>
          <p:nvPr/>
        </p:nvPicPr>
        <p:blipFill>
          <a:blip r:embed="rId7"/>
          <a:stretch>
            <a:fillRect/>
          </a:stretch>
        </p:blipFill>
        <p:spPr>
          <a:xfrm>
            <a:off x="859536" y="2221992"/>
            <a:ext cx="2167128" cy="164592"/>
          </a:xfrm>
          <a:prstGeom prst="rect">
            <a:avLst/>
          </a:prstGeom>
        </p:spPr>
      </p:pic>
      <p:pic>
        <p:nvPicPr>
          <p:cNvPr id="60" name="Image 7" descr="preencoded.png">    </p:cNvPr>
          <p:cNvPicPr>
            <a:picLocks noChangeAspect="1"/>
          </p:cNvPicPr>
          <p:nvPr/>
        </p:nvPicPr>
        <p:blipFill>
          <a:blip r:embed="rId8"/>
          <a:stretch>
            <a:fillRect/>
          </a:stretch>
        </p:blipFill>
        <p:spPr>
          <a:xfrm>
            <a:off x="3602736" y="1527048"/>
            <a:ext cx="2167128" cy="210312"/>
          </a:xfrm>
          <a:prstGeom prst="rect">
            <a:avLst/>
          </a:prstGeom>
        </p:spPr>
      </p:pic>
      <p:pic>
        <p:nvPicPr>
          <p:cNvPr id="61" name="Image 8" descr="preencoded.png">    </p:cNvPr>
          <p:cNvPicPr>
            <a:picLocks noChangeAspect="1"/>
          </p:cNvPicPr>
          <p:nvPr/>
        </p:nvPicPr>
        <p:blipFill>
          <a:blip r:embed="rId9"/>
          <a:stretch>
            <a:fillRect/>
          </a:stretch>
        </p:blipFill>
        <p:spPr>
          <a:xfrm>
            <a:off x="3584448" y="1755648"/>
            <a:ext cx="2194560" cy="438912"/>
          </a:xfrm>
          <a:prstGeom prst="rect">
            <a:avLst/>
          </a:prstGeom>
        </p:spPr>
      </p:pic>
      <p:pic>
        <p:nvPicPr>
          <p:cNvPr id="62" name="Image 9" descr="preencoded.png">    </p:cNvPr>
          <p:cNvPicPr>
            <a:picLocks noChangeAspect="1"/>
          </p:cNvPicPr>
          <p:nvPr/>
        </p:nvPicPr>
        <p:blipFill>
          <a:blip r:embed="rId10"/>
          <a:stretch>
            <a:fillRect/>
          </a:stretch>
        </p:blipFill>
        <p:spPr>
          <a:xfrm>
            <a:off x="3602736" y="2221992"/>
            <a:ext cx="2167128" cy="164592"/>
          </a:xfrm>
          <a:prstGeom prst="rect">
            <a:avLst/>
          </a:prstGeom>
        </p:spPr>
      </p:pic>
      <p:pic>
        <p:nvPicPr>
          <p:cNvPr id="63" name="Image 10" descr="preencoded.png">    </p:cNvPr>
          <p:cNvPicPr>
            <a:picLocks noChangeAspect="1"/>
          </p:cNvPicPr>
          <p:nvPr/>
        </p:nvPicPr>
        <p:blipFill>
          <a:blip r:embed="rId11"/>
          <a:stretch>
            <a:fillRect/>
          </a:stretch>
        </p:blipFill>
        <p:spPr>
          <a:xfrm>
            <a:off x="6345936" y="1527048"/>
            <a:ext cx="2167128" cy="210312"/>
          </a:xfrm>
          <a:prstGeom prst="rect">
            <a:avLst/>
          </a:prstGeom>
        </p:spPr>
      </p:pic>
      <p:pic>
        <p:nvPicPr>
          <p:cNvPr id="64" name="Image 11" descr="preencoded.png">    </p:cNvPr>
          <p:cNvPicPr>
            <a:picLocks noChangeAspect="1"/>
          </p:cNvPicPr>
          <p:nvPr/>
        </p:nvPicPr>
        <p:blipFill>
          <a:blip r:embed="rId12"/>
          <a:stretch>
            <a:fillRect/>
          </a:stretch>
        </p:blipFill>
        <p:spPr>
          <a:xfrm>
            <a:off x="6327648" y="1755648"/>
            <a:ext cx="2194560" cy="438912"/>
          </a:xfrm>
          <a:prstGeom prst="rect">
            <a:avLst/>
          </a:prstGeom>
        </p:spPr>
      </p:pic>
      <p:pic>
        <p:nvPicPr>
          <p:cNvPr id="65" name="Image 12" descr="preencoded.png">    </p:cNvPr>
          <p:cNvPicPr>
            <a:picLocks noChangeAspect="1"/>
          </p:cNvPicPr>
          <p:nvPr/>
        </p:nvPicPr>
        <p:blipFill>
          <a:blip r:embed="rId13"/>
          <a:stretch>
            <a:fillRect/>
          </a:stretch>
        </p:blipFill>
        <p:spPr>
          <a:xfrm>
            <a:off x="6345936" y="2221992"/>
            <a:ext cx="2167128" cy="164592"/>
          </a:xfrm>
          <a:prstGeom prst="rect">
            <a:avLst/>
          </a:prstGeom>
        </p:spPr>
      </p:pic>
      <p:pic>
        <p:nvPicPr>
          <p:cNvPr id="66" name="Image 13" descr="preencoded.png">    </p:cNvPr>
          <p:cNvPicPr>
            <a:picLocks noChangeAspect="1"/>
          </p:cNvPicPr>
          <p:nvPr/>
        </p:nvPicPr>
        <p:blipFill>
          <a:blip r:embed="rId14"/>
          <a:stretch>
            <a:fillRect/>
          </a:stretch>
        </p:blipFill>
        <p:spPr>
          <a:xfrm>
            <a:off x="9089136" y="1527048"/>
            <a:ext cx="2167128" cy="210312"/>
          </a:xfrm>
          <a:prstGeom prst="rect">
            <a:avLst/>
          </a:prstGeom>
        </p:spPr>
      </p:pic>
      <p:pic>
        <p:nvPicPr>
          <p:cNvPr id="67" name="Image 14" descr="preencoded.png">    </p:cNvPr>
          <p:cNvPicPr>
            <a:picLocks noChangeAspect="1"/>
          </p:cNvPicPr>
          <p:nvPr/>
        </p:nvPicPr>
        <p:blipFill>
          <a:blip r:embed="rId15"/>
          <a:stretch>
            <a:fillRect/>
          </a:stretch>
        </p:blipFill>
        <p:spPr>
          <a:xfrm>
            <a:off x="9070848" y="1755648"/>
            <a:ext cx="2194560" cy="438912"/>
          </a:xfrm>
          <a:prstGeom prst="rect">
            <a:avLst/>
          </a:prstGeom>
        </p:spPr>
      </p:pic>
      <p:pic>
        <p:nvPicPr>
          <p:cNvPr id="68" name="Image 15" descr="preencoded.png">    </p:cNvPr>
          <p:cNvPicPr>
            <a:picLocks noChangeAspect="1"/>
          </p:cNvPicPr>
          <p:nvPr/>
        </p:nvPicPr>
        <p:blipFill>
          <a:blip r:embed="rId16"/>
          <a:stretch>
            <a:fillRect/>
          </a:stretch>
        </p:blipFill>
        <p:spPr>
          <a:xfrm>
            <a:off x="9089136" y="2221992"/>
            <a:ext cx="2167128" cy="164592"/>
          </a:xfrm>
          <a:prstGeom prst="rect">
            <a:avLst/>
          </a:prstGeom>
        </p:spPr>
      </p:pic>
      <p:pic>
        <p:nvPicPr>
          <p:cNvPr id="69" name="Image 16" descr="preencoded.png">    </p:cNvPr>
          <p:cNvPicPr>
            <a:picLocks noChangeAspect="1"/>
          </p:cNvPicPr>
          <p:nvPr/>
        </p:nvPicPr>
        <p:blipFill>
          <a:blip r:embed="rId17"/>
          <a:stretch>
            <a:fillRect/>
          </a:stretch>
        </p:blipFill>
        <p:spPr>
          <a:xfrm>
            <a:off x="685800" y="2907792"/>
            <a:ext cx="2286000" cy="246888"/>
          </a:xfrm>
          <a:prstGeom prst="rect">
            <a:avLst/>
          </a:prstGeom>
        </p:spPr>
      </p:pic>
      <p:pic>
        <p:nvPicPr>
          <p:cNvPr id="70" name="Image 17" descr="preencoded.png">    </p:cNvPr>
          <p:cNvPicPr>
            <a:picLocks noChangeAspect="1"/>
          </p:cNvPicPr>
          <p:nvPr/>
        </p:nvPicPr>
        <p:blipFill>
          <a:blip r:embed="rId18"/>
          <a:stretch>
            <a:fillRect/>
          </a:stretch>
        </p:blipFill>
        <p:spPr>
          <a:xfrm>
            <a:off x="850392" y="3593592"/>
            <a:ext cx="411480" cy="228600"/>
          </a:xfrm>
          <a:prstGeom prst="rect">
            <a:avLst/>
          </a:prstGeom>
        </p:spPr>
      </p:pic>
      <p:pic>
        <p:nvPicPr>
          <p:cNvPr id="71" name="Image 18" descr="preencoded.png">    </p:cNvPr>
          <p:cNvPicPr>
            <a:picLocks noChangeAspect="1"/>
          </p:cNvPicPr>
          <p:nvPr/>
        </p:nvPicPr>
        <p:blipFill>
          <a:blip r:embed="rId19"/>
          <a:stretch>
            <a:fillRect/>
          </a:stretch>
        </p:blipFill>
        <p:spPr>
          <a:xfrm>
            <a:off x="850392" y="4005072"/>
            <a:ext cx="1536192" cy="292608"/>
          </a:xfrm>
          <a:prstGeom prst="rect">
            <a:avLst/>
          </a:prstGeom>
        </p:spPr>
      </p:pic>
      <p:pic>
        <p:nvPicPr>
          <p:cNvPr id="72" name="Image 19" descr="preencoded.png">    </p:cNvPr>
          <p:cNvPicPr>
            <a:picLocks noChangeAspect="1"/>
          </p:cNvPicPr>
          <p:nvPr/>
        </p:nvPicPr>
        <p:blipFill>
          <a:blip r:embed="rId20"/>
          <a:stretch>
            <a:fillRect/>
          </a:stretch>
        </p:blipFill>
        <p:spPr>
          <a:xfrm>
            <a:off x="3063240" y="3593592"/>
            <a:ext cx="411480" cy="228600"/>
          </a:xfrm>
          <a:prstGeom prst="rect">
            <a:avLst/>
          </a:prstGeom>
        </p:spPr>
      </p:pic>
      <p:pic>
        <p:nvPicPr>
          <p:cNvPr id="73" name="Image 20" descr="preencoded.png">    </p:cNvPr>
          <p:cNvPicPr>
            <a:picLocks noChangeAspect="1"/>
          </p:cNvPicPr>
          <p:nvPr/>
        </p:nvPicPr>
        <p:blipFill>
          <a:blip r:embed="rId21"/>
          <a:stretch>
            <a:fillRect/>
          </a:stretch>
        </p:blipFill>
        <p:spPr>
          <a:xfrm>
            <a:off x="3063240" y="4005072"/>
            <a:ext cx="1536192" cy="292608"/>
          </a:xfrm>
          <a:prstGeom prst="rect">
            <a:avLst/>
          </a:prstGeom>
        </p:spPr>
      </p:pic>
      <p:pic>
        <p:nvPicPr>
          <p:cNvPr id="74" name="Image 21" descr="preencoded.png">    </p:cNvPr>
          <p:cNvPicPr>
            <a:picLocks noChangeAspect="1"/>
          </p:cNvPicPr>
          <p:nvPr/>
        </p:nvPicPr>
        <p:blipFill>
          <a:blip r:embed="rId22"/>
          <a:stretch>
            <a:fillRect/>
          </a:stretch>
        </p:blipFill>
        <p:spPr>
          <a:xfrm>
            <a:off x="5276088" y="3593592"/>
            <a:ext cx="411480" cy="228600"/>
          </a:xfrm>
          <a:prstGeom prst="rect">
            <a:avLst/>
          </a:prstGeom>
        </p:spPr>
      </p:pic>
      <p:pic>
        <p:nvPicPr>
          <p:cNvPr id="75" name="Image 22" descr="preencoded.png">    </p:cNvPr>
          <p:cNvPicPr>
            <a:picLocks noChangeAspect="1"/>
          </p:cNvPicPr>
          <p:nvPr/>
        </p:nvPicPr>
        <p:blipFill>
          <a:blip r:embed="rId23"/>
          <a:stretch>
            <a:fillRect/>
          </a:stretch>
        </p:blipFill>
        <p:spPr>
          <a:xfrm>
            <a:off x="5276088" y="4005072"/>
            <a:ext cx="1536192" cy="292608"/>
          </a:xfrm>
          <a:prstGeom prst="rect">
            <a:avLst/>
          </a:prstGeom>
        </p:spPr>
      </p:pic>
      <p:pic>
        <p:nvPicPr>
          <p:cNvPr id="76" name="Image 23" descr="preencoded.png">    </p:cNvPr>
          <p:cNvPicPr>
            <a:picLocks noChangeAspect="1"/>
          </p:cNvPicPr>
          <p:nvPr/>
        </p:nvPicPr>
        <p:blipFill>
          <a:blip r:embed="rId24"/>
          <a:stretch>
            <a:fillRect/>
          </a:stretch>
        </p:blipFill>
        <p:spPr>
          <a:xfrm>
            <a:off x="7488936" y="3593592"/>
            <a:ext cx="411480" cy="228600"/>
          </a:xfrm>
          <a:prstGeom prst="rect">
            <a:avLst/>
          </a:prstGeom>
        </p:spPr>
      </p:pic>
      <p:pic>
        <p:nvPicPr>
          <p:cNvPr id="77" name="Image 24" descr="preencoded.png">    </p:cNvPr>
          <p:cNvPicPr>
            <a:picLocks noChangeAspect="1"/>
          </p:cNvPicPr>
          <p:nvPr/>
        </p:nvPicPr>
        <p:blipFill>
          <a:blip r:embed="rId25"/>
          <a:stretch>
            <a:fillRect/>
          </a:stretch>
        </p:blipFill>
        <p:spPr>
          <a:xfrm>
            <a:off x="7488936" y="4005072"/>
            <a:ext cx="1536192" cy="292608"/>
          </a:xfrm>
          <a:prstGeom prst="rect">
            <a:avLst/>
          </a:prstGeom>
        </p:spPr>
      </p:pic>
      <p:pic>
        <p:nvPicPr>
          <p:cNvPr id="78" name="Image 25" descr="preencoded.png">    </p:cNvPr>
          <p:cNvPicPr>
            <a:picLocks noChangeAspect="1"/>
          </p:cNvPicPr>
          <p:nvPr/>
        </p:nvPicPr>
        <p:blipFill>
          <a:blip r:embed="rId26"/>
          <a:stretch>
            <a:fillRect/>
          </a:stretch>
        </p:blipFill>
        <p:spPr>
          <a:xfrm>
            <a:off x="9701784" y="3593592"/>
            <a:ext cx="411480" cy="228600"/>
          </a:xfrm>
          <a:prstGeom prst="rect">
            <a:avLst/>
          </a:prstGeom>
        </p:spPr>
      </p:pic>
      <p:pic>
        <p:nvPicPr>
          <p:cNvPr id="79" name="Image 26" descr="preencoded.png">    </p:cNvPr>
          <p:cNvPicPr>
            <a:picLocks noChangeAspect="1"/>
          </p:cNvPicPr>
          <p:nvPr/>
        </p:nvPicPr>
        <p:blipFill>
          <a:blip r:embed="rId27"/>
          <a:stretch>
            <a:fillRect/>
          </a:stretch>
        </p:blipFill>
        <p:spPr>
          <a:xfrm>
            <a:off x="9701784" y="4005072"/>
            <a:ext cx="1536192" cy="292608"/>
          </a:xfrm>
          <a:prstGeom prst="rect">
            <a:avLst/>
          </a:prstGeom>
        </p:spPr>
      </p:pic>
      <p:pic>
        <p:nvPicPr>
          <p:cNvPr id="80" name="Image 27" descr="preencoded.png">    </p:cNvPr>
          <p:cNvPicPr>
            <a:picLocks noChangeAspect="1"/>
          </p:cNvPicPr>
          <p:nvPr/>
        </p:nvPicPr>
        <p:blipFill>
          <a:blip r:embed="rId28"/>
          <a:stretch>
            <a:fillRect/>
          </a:stretch>
        </p:blipFill>
        <p:spPr>
          <a:xfrm>
            <a:off x="1024128" y="5422392"/>
            <a:ext cx="1828800" cy="274320"/>
          </a:xfrm>
          <a:prstGeom prst="rect">
            <a:avLst/>
          </a:prstGeom>
        </p:spPr>
      </p:pic>
      <p:pic>
        <p:nvPicPr>
          <p:cNvPr id="81" name="Image 28" descr="preencoded.png">    </p:cNvPr>
          <p:cNvPicPr>
            <a:picLocks noChangeAspect="1"/>
          </p:cNvPicPr>
          <p:nvPr/>
        </p:nvPicPr>
        <p:blipFill>
          <a:blip r:embed="rId29"/>
          <a:stretch>
            <a:fillRect/>
          </a:stretch>
        </p:blipFill>
        <p:spPr>
          <a:xfrm>
            <a:off x="2971800" y="5404104"/>
            <a:ext cx="365760" cy="274320"/>
          </a:xfrm>
          <a:prstGeom prst="rect">
            <a:avLst/>
          </a:prstGeom>
        </p:spPr>
      </p:pic>
      <p:pic>
        <p:nvPicPr>
          <p:cNvPr id="82" name="Image 29" descr="preencoded.png">    </p:cNvPr>
          <p:cNvPicPr>
            <a:picLocks noChangeAspect="1"/>
          </p:cNvPicPr>
          <p:nvPr/>
        </p:nvPicPr>
        <p:blipFill>
          <a:blip r:embed="rId30"/>
          <a:stretch>
            <a:fillRect/>
          </a:stretch>
        </p:blipFill>
        <p:spPr>
          <a:xfrm>
            <a:off x="3493008" y="5422392"/>
            <a:ext cx="1828800" cy="274320"/>
          </a:xfrm>
          <a:prstGeom prst="rect">
            <a:avLst/>
          </a:prstGeom>
        </p:spPr>
      </p:pic>
      <p:pic>
        <p:nvPicPr>
          <p:cNvPr id="83" name="Image 30" descr="preencoded.png">    </p:cNvPr>
          <p:cNvPicPr>
            <a:picLocks noChangeAspect="1"/>
          </p:cNvPicPr>
          <p:nvPr/>
        </p:nvPicPr>
        <p:blipFill>
          <a:blip r:embed="rId31"/>
          <a:stretch>
            <a:fillRect/>
          </a:stretch>
        </p:blipFill>
        <p:spPr>
          <a:xfrm>
            <a:off x="5468112" y="5404104"/>
            <a:ext cx="365760" cy="274320"/>
          </a:xfrm>
          <a:prstGeom prst="rect">
            <a:avLst/>
          </a:prstGeom>
        </p:spPr>
      </p:pic>
      <p:pic>
        <p:nvPicPr>
          <p:cNvPr id="84" name="Image 31" descr="preencoded.png">    </p:cNvPr>
          <p:cNvPicPr>
            <a:picLocks noChangeAspect="1"/>
          </p:cNvPicPr>
          <p:nvPr/>
        </p:nvPicPr>
        <p:blipFill>
          <a:blip r:embed="rId32"/>
          <a:stretch>
            <a:fillRect/>
          </a:stretch>
        </p:blipFill>
        <p:spPr>
          <a:xfrm>
            <a:off x="5989320" y="5422392"/>
            <a:ext cx="1828800" cy="274320"/>
          </a:xfrm>
          <a:prstGeom prst="rect">
            <a:avLst/>
          </a:prstGeom>
        </p:spPr>
      </p:pic>
      <p:pic>
        <p:nvPicPr>
          <p:cNvPr id="85" name="Image 32" descr="preencoded.png">    </p:cNvPr>
          <p:cNvPicPr>
            <a:picLocks noChangeAspect="1"/>
          </p:cNvPicPr>
          <p:nvPr/>
        </p:nvPicPr>
        <p:blipFill>
          <a:blip r:embed="rId33"/>
          <a:stretch>
            <a:fillRect/>
          </a:stretch>
        </p:blipFill>
        <p:spPr>
          <a:xfrm>
            <a:off x="7982712" y="5404104"/>
            <a:ext cx="365760" cy="274320"/>
          </a:xfrm>
          <a:prstGeom prst="rect">
            <a:avLst/>
          </a:prstGeom>
        </p:spPr>
      </p:pic>
      <p:pic>
        <p:nvPicPr>
          <p:cNvPr id="86" name="Image 33" descr="preencoded.png">    </p:cNvPr>
          <p:cNvPicPr>
            <a:picLocks noChangeAspect="1"/>
          </p:cNvPicPr>
          <p:nvPr/>
        </p:nvPicPr>
        <p:blipFill>
          <a:blip r:embed="rId34"/>
          <a:stretch>
            <a:fillRect/>
          </a:stretch>
        </p:blipFill>
        <p:spPr>
          <a:xfrm>
            <a:off x="8458200" y="5422392"/>
            <a:ext cx="2011680"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12648" y="1417320"/>
            <a:ext cx="5349240" cy="4434840"/>
          </a:xfrm>
          <a:prstGeom prst="roundRect">
            <a:avLst>
              <a:gd name="adj" fmla="val 1237"/>
            </a:avLst>
          </a:prstGeom>
          <a:solidFill>
            <a:srgbClr val="FFF5F3"/>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914400" y="3703320"/>
            <a:ext cx="2148840"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41" name="Shape 39"/>
          <p:cNvSpPr/>
          <p:nvPr/>
        </p:nvSpPr>
        <p:spPr>
          <a:xfrm>
            <a:off x="914400" y="3703320"/>
            <a:ext cx="73152" cy="1078992"/>
          </a:xfrm>
          <a:prstGeom prst="rect">
            <a:avLst/>
          </a:prstGeom>
          <a:solidFill>
            <a:srgbClr val="A8BAC4"/>
          </a:solidFill>
          <a:ln w="12700">
            <a:solidFill>
              <a:srgbClr val="A8BAC4">
                <a:alpha val="0"/>
              </a:srgbClr>
            </a:solidFill>
            <a:prstDash val="solid"/>
          </a:ln>
        </p:spPr>
      </p:sp>
      <p:sp>
        <p:nvSpPr>
          <p:cNvPr id="42" name="Shape 40"/>
          <p:cNvSpPr/>
          <p:nvPr/>
        </p:nvSpPr>
        <p:spPr>
          <a:xfrm>
            <a:off x="3218688" y="4078224"/>
            <a:ext cx="502920" cy="310896"/>
          </a:xfrm>
          <a:prstGeom prst="chevron">
            <a:avLst/>
          </a:prstGeom>
          <a:solidFill>
            <a:srgbClr val="FF5E68"/>
          </a:solidFill>
          <a:ln w="12700">
            <a:solidFill>
              <a:srgbClr val="FF5E68">
                <a:alpha val="0"/>
              </a:srgbClr>
            </a:solidFill>
            <a:prstDash val="solid"/>
          </a:ln>
        </p:spPr>
      </p:sp>
      <p:sp>
        <p:nvSpPr>
          <p:cNvPr id="43" name="Shape 41"/>
          <p:cNvSpPr/>
          <p:nvPr/>
        </p:nvSpPr>
        <p:spPr>
          <a:xfrm>
            <a:off x="3886200" y="3703320"/>
            <a:ext cx="1810512"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44" name="Shape 42"/>
          <p:cNvSpPr/>
          <p:nvPr/>
        </p:nvSpPr>
        <p:spPr>
          <a:xfrm>
            <a:off x="3886200" y="3703320"/>
            <a:ext cx="73152" cy="1078992"/>
          </a:xfrm>
          <a:prstGeom prst="rect">
            <a:avLst/>
          </a:prstGeom>
          <a:solidFill>
            <a:srgbClr val="FF5E68"/>
          </a:solidFill>
          <a:ln w="12700">
            <a:solidFill>
              <a:srgbClr val="FF5E68">
                <a:alpha val="0"/>
              </a:srgbClr>
            </a:solidFill>
            <a:prstDash val="solid"/>
          </a:ln>
        </p:spPr>
      </p:sp>
      <p:sp>
        <p:nvSpPr>
          <p:cNvPr id="45" name="Shape 43"/>
          <p:cNvSpPr/>
          <p:nvPr/>
        </p:nvSpPr>
        <p:spPr>
          <a:xfrm>
            <a:off x="6236208" y="1417320"/>
            <a:ext cx="5340096" cy="4434840"/>
          </a:xfrm>
          <a:prstGeom prst="roundRect">
            <a:avLst>
              <a:gd name="adj" fmla="val 1237"/>
            </a:avLst>
          </a:prstGeom>
          <a:solidFill>
            <a:srgbClr val="F2FAEA"/>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6519672" y="3703320"/>
            <a:ext cx="2148840"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47" name="Shape 45"/>
          <p:cNvSpPr/>
          <p:nvPr/>
        </p:nvSpPr>
        <p:spPr>
          <a:xfrm>
            <a:off x="6519672" y="3703320"/>
            <a:ext cx="73152" cy="1078992"/>
          </a:xfrm>
          <a:prstGeom prst="rect">
            <a:avLst/>
          </a:prstGeom>
          <a:solidFill>
            <a:srgbClr val="A8BAC4"/>
          </a:solidFill>
          <a:ln w="12700">
            <a:solidFill>
              <a:srgbClr val="A8BAC4">
                <a:alpha val="0"/>
              </a:srgbClr>
            </a:solidFill>
            <a:prstDash val="solid"/>
          </a:ln>
        </p:spPr>
      </p:sp>
      <p:sp>
        <p:nvSpPr>
          <p:cNvPr id="48" name="Shape 46"/>
          <p:cNvSpPr/>
          <p:nvPr/>
        </p:nvSpPr>
        <p:spPr>
          <a:xfrm>
            <a:off x="8823960" y="4078224"/>
            <a:ext cx="502920" cy="310896"/>
          </a:xfrm>
          <a:prstGeom prst="chevron">
            <a:avLst/>
          </a:prstGeom>
          <a:solidFill>
            <a:srgbClr val="B7F34A"/>
          </a:solidFill>
          <a:ln w="12700">
            <a:solidFill>
              <a:srgbClr val="B7F34A">
                <a:alpha val="0"/>
              </a:srgbClr>
            </a:solidFill>
            <a:prstDash val="solid"/>
          </a:ln>
        </p:spPr>
      </p:sp>
      <p:sp>
        <p:nvSpPr>
          <p:cNvPr id="49" name="Shape 47"/>
          <p:cNvSpPr/>
          <p:nvPr/>
        </p:nvSpPr>
        <p:spPr>
          <a:xfrm>
            <a:off x="9491472" y="3703320"/>
            <a:ext cx="1810512"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50" name="Shape 48"/>
          <p:cNvSpPr/>
          <p:nvPr/>
        </p:nvSpPr>
        <p:spPr>
          <a:xfrm>
            <a:off x="9491472" y="3703320"/>
            <a:ext cx="73152" cy="1078992"/>
          </a:xfrm>
          <a:prstGeom prst="rect">
            <a:avLst/>
          </a:prstGeom>
          <a:solidFill>
            <a:srgbClr val="0E8F87"/>
          </a:solidFill>
          <a:ln w="12700">
            <a:solidFill>
              <a:srgbClr val="0E8F87">
                <a:alpha val="0"/>
              </a:srgbClr>
            </a:solidFill>
            <a:prstDash val="solid"/>
          </a:ln>
        </p:spPr>
      </p:sp>
      <p:pic>
        <p:nvPicPr>
          <p:cNvPr id="52"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3"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4"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5"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6" name="Image 4" descr="preencoded.png">    </p:cNvPr>
          <p:cNvPicPr>
            <a:picLocks noChangeAspect="1"/>
          </p:cNvPicPr>
          <p:nvPr/>
        </p:nvPicPr>
        <p:blipFill>
          <a:blip r:embed="rId5"/>
          <a:stretch>
            <a:fillRect/>
          </a:stretch>
        </p:blipFill>
        <p:spPr>
          <a:xfrm>
            <a:off x="896112" y="1728216"/>
            <a:ext cx="1097280" cy="256032"/>
          </a:xfrm>
          <a:prstGeom prst="rect">
            <a:avLst/>
          </a:prstGeom>
        </p:spPr>
      </p:pic>
      <p:pic>
        <p:nvPicPr>
          <p:cNvPr id="57" name="Image 5" descr="preencoded.png">    </p:cNvPr>
          <p:cNvPicPr>
            <a:picLocks noChangeAspect="1"/>
          </p:cNvPicPr>
          <p:nvPr/>
        </p:nvPicPr>
        <p:blipFill>
          <a:blip r:embed="rId6"/>
          <a:stretch>
            <a:fillRect/>
          </a:stretch>
        </p:blipFill>
        <p:spPr>
          <a:xfrm>
            <a:off x="886968" y="2148840"/>
            <a:ext cx="2377440" cy="438912"/>
          </a:xfrm>
          <a:prstGeom prst="rect">
            <a:avLst/>
          </a:prstGeom>
        </p:spPr>
      </p:pic>
      <p:pic>
        <p:nvPicPr>
          <p:cNvPr id="58" name="Image 6" descr="preencoded.png">    </p:cNvPr>
          <p:cNvPicPr>
            <a:picLocks noChangeAspect="1"/>
          </p:cNvPicPr>
          <p:nvPr/>
        </p:nvPicPr>
        <p:blipFill>
          <a:blip r:embed="rId7"/>
          <a:stretch>
            <a:fillRect/>
          </a:stretch>
        </p:blipFill>
        <p:spPr>
          <a:xfrm>
            <a:off x="905256" y="2788920"/>
            <a:ext cx="4389120" cy="658368"/>
          </a:xfrm>
          <a:prstGeom prst="rect">
            <a:avLst/>
          </a:prstGeom>
        </p:spPr>
      </p:pic>
      <p:pic>
        <p:nvPicPr>
          <p:cNvPr id="59" name="Image 7" descr="preencoded.png">    </p:cNvPr>
          <p:cNvPicPr>
            <a:picLocks noChangeAspect="1"/>
          </p:cNvPicPr>
          <p:nvPr/>
        </p:nvPicPr>
        <p:blipFill>
          <a:blip r:embed="rId8"/>
          <a:stretch>
            <a:fillRect/>
          </a:stretch>
        </p:blipFill>
        <p:spPr>
          <a:xfrm>
            <a:off x="1115568" y="3813048"/>
            <a:ext cx="1801368" cy="210312"/>
          </a:xfrm>
          <a:prstGeom prst="rect">
            <a:avLst/>
          </a:prstGeom>
        </p:spPr>
      </p:pic>
      <p:pic>
        <p:nvPicPr>
          <p:cNvPr id="60" name="Image 8" descr="preencoded.png">    </p:cNvPr>
          <p:cNvPicPr>
            <a:picLocks noChangeAspect="1"/>
          </p:cNvPicPr>
          <p:nvPr/>
        </p:nvPicPr>
        <p:blipFill>
          <a:blip r:embed="rId9"/>
          <a:stretch>
            <a:fillRect/>
          </a:stretch>
        </p:blipFill>
        <p:spPr>
          <a:xfrm>
            <a:off x="1097280" y="4041648"/>
            <a:ext cx="1828800" cy="438912"/>
          </a:xfrm>
          <a:prstGeom prst="rect">
            <a:avLst/>
          </a:prstGeom>
        </p:spPr>
      </p:pic>
      <p:pic>
        <p:nvPicPr>
          <p:cNvPr id="61" name="Image 9" descr="preencoded.png">    </p:cNvPr>
          <p:cNvPicPr>
            <a:picLocks noChangeAspect="1"/>
          </p:cNvPicPr>
          <p:nvPr/>
        </p:nvPicPr>
        <p:blipFill>
          <a:blip r:embed="rId10"/>
          <a:stretch>
            <a:fillRect/>
          </a:stretch>
        </p:blipFill>
        <p:spPr>
          <a:xfrm>
            <a:off x="1115568" y="4507992"/>
            <a:ext cx="1801368" cy="164592"/>
          </a:xfrm>
          <a:prstGeom prst="rect">
            <a:avLst/>
          </a:prstGeom>
        </p:spPr>
      </p:pic>
      <p:pic>
        <p:nvPicPr>
          <p:cNvPr id="62" name="Image 10" descr="preencoded.png">    </p:cNvPr>
          <p:cNvPicPr>
            <a:picLocks noChangeAspect="1"/>
          </p:cNvPicPr>
          <p:nvPr/>
        </p:nvPicPr>
        <p:blipFill>
          <a:blip r:embed="rId11"/>
          <a:stretch>
            <a:fillRect/>
          </a:stretch>
        </p:blipFill>
        <p:spPr>
          <a:xfrm>
            <a:off x="4087368" y="3813048"/>
            <a:ext cx="1463040" cy="210312"/>
          </a:xfrm>
          <a:prstGeom prst="rect">
            <a:avLst/>
          </a:prstGeom>
        </p:spPr>
      </p:pic>
      <p:pic>
        <p:nvPicPr>
          <p:cNvPr id="63" name="Image 11" descr="preencoded.png">    </p:cNvPr>
          <p:cNvPicPr>
            <a:picLocks noChangeAspect="1"/>
          </p:cNvPicPr>
          <p:nvPr/>
        </p:nvPicPr>
        <p:blipFill>
          <a:blip r:embed="rId12"/>
          <a:stretch>
            <a:fillRect/>
          </a:stretch>
        </p:blipFill>
        <p:spPr>
          <a:xfrm>
            <a:off x="4069080" y="4041648"/>
            <a:ext cx="1490472" cy="438912"/>
          </a:xfrm>
          <a:prstGeom prst="rect">
            <a:avLst/>
          </a:prstGeom>
        </p:spPr>
      </p:pic>
      <p:pic>
        <p:nvPicPr>
          <p:cNvPr id="64" name="Image 12" descr="preencoded.png">    </p:cNvPr>
          <p:cNvPicPr>
            <a:picLocks noChangeAspect="1"/>
          </p:cNvPicPr>
          <p:nvPr/>
        </p:nvPicPr>
        <p:blipFill>
          <a:blip r:embed="rId13"/>
          <a:stretch>
            <a:fillRect/>
          </a:stretch>
        </p:blipFill>
        <p:spPr>
          <a:xfrm>
            <a:off x="4087368" y="4507992"/>
            <a:ext cx="1463040" cy="164592"/>
          </a:xfrm>
          <a:prstGeom prst="rect">
            <a:avLst/>
          </a:prstGeom>
        </p:spPr>
      </p:pic>
      <p:pic>
        <p:nvPicPr>
          <p:cNvPr id="65" name="Image 13" descr="preencoded.png">    </p:cNvPr>
          <p:cNvPicPr>
            <a:picLocks noChangeAspect="1"/>
          </p:cNvPicPr>
          <p:nvPr/>
        </p:nvPicPr>
        <p:blipFill>
          <a:blip r:embed="rId14"/>
          <a:stretch>
            <a:fillRect/>
          </a:stretch>
        </p:blipFill>
        <p:spPr>
          <a:xfrm>
            <a:off x="932688" y="5065776"/>
            <a:ext cx="4526280" cy="329184"/>
          </a:xfrm>
          <a:prstGeom prst="rect">
            <a:avLst/>
          </a:prstGeom>
        </p:spPr>
      </p:pic>
      <p:pic>
        <p:nvPicPr>
          <p:cNvPr id="66" name="Image 14" descr="preencoded.png">    </p:cNvPr>
          <p:cNvPicPr>
            <a:picLocks noChangeAspect="1"/>
          </p:cNvPicPr>
          <p:nvPr/>
        </p:nvPicPr>
        <p:blipFill>
          <a:blip r:embed="rId15"/>
          <a:stretch>
            <a:fillRect/>
          </a:stretch>
        </p:blipFill>
        <p:spPr>
          <a:xfrm>
            <a:off x="6510528" y="1728216"/>
            <a:ext cx="1097280" cy="256032"/>
          </a:xfrm>
          <a:prstGeom prst="rect">
            <a:avLst/>
          </a:prstGeom>
        </p:spPr>
      </p:pic>
      <p:pic>
        <p:nvPicPr>
          <p:cNvPr id="67" name="Image 15" descr="preencoded.png">    </p:cNvPr>
          <p:cNvPicPr>
            <a:picLocks noChangeAspect="1"/>
          </p:cNvPicPr>
          <p:nvPr/>
        </p:nvPicPr>
        <p:blipFill>
          <a:blip r:embed="rId16"/>
          <a:stretch>
            <a:fillRect/>
          </a:stretch>
        </p:blipFill>
        <p:spPr>
          <a:xfrm>
            <a:off x="6501384" y="2148840"/>
            <a:ext cx="2377440" cy="438912"/>
          </a:xfrm>
          <a:prstGeom prst="rect">
            <a:avLst/>
          </a:prstGeom>
        </p:spPr>
      </p:pic>
      <p:pic>
        <p:nvPicPr>
          <p:cNvPr id="68" name="Image 16" descr="preencoded.png">    </p:cNvPr>
          <p:cNvPicPr>
            <a:picLocks noChangeAspect="1"/>
          </p:cNvPicPr>
          <p:nvPr/>
        </p:nvPicPr>
        <p:blipFill>
          <a:blip r:embed="rId17"/>
          <a:stretch>
            <a:fillRect/>
          </a:stretch>
        </p:blipFill>
        <p:spPr>
          <a:xfrm>
            <a:off x="6519672" y="2788920"/>
            <a:ext cx="4389120" cy="658368"/>
          </a:xfrm>
          <a:prstGeom prst="rect">
            <a:avLst/>
          </a:prstGeom>
        </p:spPr>
      </p:pic>
      <p:pic>
        <p:nvPicPr>
          <p:cNvPr id="69" name="Image 17" descr="preencoded.png">    </p:cNvPr>
          <p:cNvPicPr>
            <a:picLocks noChangeAspect="1"/>
          </p:cNvPicPr>
          <p:nvPr/>
        </p:nvPicPr>
        <p:blipFill>
          <a:blip r:embed="rId18"/>
          <a:stretch>
            <a:fillRect/>
          </a:stretch>
        </p:blipFill>
        <p:spPr>
          <a:xfrm>
            <a:off x="6720840" y="3813048"/>
            <a:ext cx="1801368" cy="210312"/>
          </a:xfrm>
          <a:prstGeom prst="rect">
            <a:avLst/>
          </a:prstGeom>
        </p:spPr>
      </p:pic>
      <p:pic>
        <p:nvPicPr>
          <p:cNvPr id="70" name="Image 18" descr="preencoded.png">    </p:cNvPr>
          <p:cNvPicPr>
            <a:picLocks noChangeAspect="1"/>
          </p:cNvPicPr>
          <p:nvPr/>
        </p:nvPicPr>
        <p:blipFill>
          <a:blip r:embed="rId19"/>
          <a:stretch>
            <a:fillRect/>
          </a:stretch>
        </p:blipFill>
        <p:spPr>
          <a:xfrm>
            <a:off x="6702552" y="4041648"/>
            <a:ext cx="1828800" cy="438912"/>
          </a:xfrm>
          <a:prstGeom prst="rect">
            <a:avLst/>
          </a:prstGeom>
        </p:spPr>
      </p:pic>
      <p:pic>
        <p:nvPicPr>
          <p:cNvPr id="71" name="Image 19" descr="preencoded.png">    </p:cNvPr>
          <p:cNvPicPr>
            <a:picLocks noChangeAspect="1"/>
          </p:cNvPicPr>
          <p:nvPr/>
        </p:nvPicPr>
        <p:blipFill>
          <a:blip r:embed="rId20"/>
          <a:stretch>
            <a:fillRect/>
          </a:stretch>
        </p:blipFill>
        <p:spPr>
          <a:xfrm>
            <a:off x="6720840" y="4507992"/>
            <a:ext cx="1801368" cy="164592"/>
          </a:xfrm>
          <a:prstGeom prst="rect">
            <a:avLst/>
          </a:prstGeom>
        </p:spPr>
      </p:pic>
      <p:pic>
        <p:nvPicPr>
          <p:cNvPr id="72" name="Image 20" descr="preencoded.png">    </p:cNvPr>
          <p:cNvPicPr>
            <a:picLocks noChangeAspect="1"/>
          </p:cNvPicPr>
          <p:nvPr/>
        </p:nvPicPr>
        <p:blipFill>
          <a:blip r:embed="rId21"/>
          <a:stretch>
            <a:fillRect/>
          </a:stretch>
        </p:blipFill>
        <p:spPr>
          <a:xfrm>
            <a:off x="9692640" y="3813048"/>
            <a:ext cx="1463040" cy="210312"/>
          </a:xfrm>
          <a:prstGeom prst="rect">
            <a:avLst/>
          </a:prstGeom>
        </p:spPr>
      </p:pic>
      <p:pic>
        <p:nvPicPr>
          <p:cNvPr id="73" name="Image 21" descr="preencoded.png">    </p:cNvPr>
          <p:cNvPicPr>
            <a:picLocks noChangeAspect="1"/>
          </p:cNvPicPr>
          <p:nvPr/>
        </p:nvPicPr>
        <p:blipFill>
          <a:blip r:embed="rId22"/>
          <a:stretch>
            <a:fillRect/>
          </a:stretch>
        </p:blipFill>
        <p:spPr>
          <a:xfrm>
            <a:off x="9674352" y="4041648"/>
            <a:ext cx="1490472" cy="438912"/>
          </a:xfrm>
          <a:prstGeom prst="rect">
            <a:avLst/>
          </a:prstGeom>
        </p:spPr>
      </p:pic>
      <p:pic>
        <p:nvPicPr>
          <p:cNvPr id="74" name="Image 22" descr="preencoded.png">    </p:cNvPr>
          <p:cNvPicPr>
            <a:picLocks noChangeAspect="1"/>
          </p:cNvPicPr>
          <p:nvPr/>
        </p:nvPicPr>
        <p:blipFill>
          <a:blip r:embed="rId23"/>
          <a:stretch>
            <a:fillRect/>
          </a:stretch>
        </p:blipFill>
        <p:spPr>
          <a:xfrm>
            <a:off x="9692640" y="4507992"/>
            <a:ext cx="1463040" cy="164592"/>
          </a:xfrm>
          <a:prstGeom prst="rect">
            <a:avLst/>
          </a:prstGeom>
        </p:spPr>
      </p:pic>
      <p:pic>
        <p:nvPicPr>
          <p:cNvPr id="75" name="Image 23" descr="preencoded.png">    </p:cNvPr>
          <p:cNvPicPr>
            <a:picLocks noChangeAspect="1"/>
          </p:cNvPicPr>
          <p:nvPr/>
        </p:nvPicPr>
        <p:blipFill>
          <a:blip r:embed="rId24"/>
          <a:stretch>
            <a:fillRect/>
          </a:stretch>
        </p:blipFill>
        <p:spPr>
          <a:xfrm>
            <a:off x="6537960" y="5065776"/>
            <a:ext cx="4526280" cy="329184"/>
          </a:xfrm>
          <a:prstGeom prst="rect">
            <a:avLst/>
          </a:prstGeom>
        </p:spPr>
      </p:pic>
      <p:pic>
        <p:nvPicPr>
          <p:cNvPr id="76" name="Image 24" descr="preencoded.png">    </p:cNvPr>
          <p:cNvPicPr>
            <a:picLocks noChangeAspect="1"/>
          </p:cNvPicPr>
          <p:nvPr/>
        </p:nvPicPr>
        <p:blipFill>
          <a:blip r:embed="rId25"/>
          <a:stretch>
            <a:fillRect/>
          </a:stretch>
        </p:blipFill>
        <p:spPr>
          <a:xfrm>
            <a:off x="1417320" y="6071616"/>
            <a:ext cx="9372600" cy="2926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58368" y="1444752"/>
            <a:ext cx="5138928" cy="4315968"/>
          </a:xfrm>
          <a:prstGeom prst="roundRect">
            <a:avLst>
              <a:gd name="adj" fmla="val 1271"/>
            </a:avLst>
          </a:prstGeom>
          <a:solidFill>
            <a:srgbClr val="10263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969264" y="2944368"/>
            <a:ext cx="199339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1" name="Shape 39"/>
          <p:cNvSpPr/>
          <p:nvPr/>
        </p:nvSpPr>
        <p:spPr>
          <a:xfrm>
            <a:off x="969264" y="2944368"/>
            <a:ext cx="73152" cy="1078992"/>
          </a:xfrm>
          <a:prstGeom prst="rect">
            <a:avLst/>
          </a:prstGeom>
          <a:solidFill>
            <a:srgbClr val="2DD4BF"/>
          </a:solidFill>
          <a:ln w="12700">
            <a:solidFill>
              <a:srgbClr val="2DD4BF">
                <a:alpha val="0"/>
              </a:srgbClr>
            </a:solidFill>
            <a:prstDash val="solid"/>
          </a:ln>
        </p:spPr>
      </p:sp>
      <p:sp>
        <p:nvSpPr>
          <p:cNvPr id="42" name="Shape 40"/>
          <p:cNvSpPr/>
          <p:nvPr/>
        </p:nvSpPr>
        <p:spPr>
          <a:xfrm>
            <a:off x="3273552" y="2944368"/>
            <a:ext cx="199339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3" name="Shape 41"/>
          <p:cNvSpPr/>
          <p:nvPr/>
        </p:nvSpPr>
        <p:spPr>
          <a:xfrm>
            <a:off x="3273552" y="2944368"/>
            <a:ext cx="73152" cy="1078992"/>
          </a:xfrm>
          <a:prstGeom prst="rect">
            <a:avLst/>
          </a:prstGeom>
          <a:solidFill>
            <a:srgbClr val="B7F34A"/>
          </a:solidFill>
          <a:ln w="12700">
            <a:solidFill>
              <a:srgbClr val="B7F34A">
                <a:alpha val="0"/>
              </a:srgbClr>
            </a:solidFill>
            <a:prstDash val="solid"/>
          </a:ln>
        </p:spPr>
      </p:sp>
      <p:sp>
        <p:nvSpPr>
          <p:cNvPr id="44" name="Shape 42"/>
          <p:cNvSpPr/>
          <p:nvPr/>
        </p:nvSpPr>
        <p:spPr>
          <a:xfrm>
            <a:off x="6355080" y="1444752"/>
            <a:ext cx="5138928" cy="4315968"/>
          </a:xfrm>
          <a:prstGeom prst="roundRect">
            <a:avLst>
              <a:gd name="adj" fmla="val 1271"/>
            </a:avLst>
          </a:prstGeom>
          <a:solidFill>
            <a:srgbClr val="17344A"/>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45" name="Shape 43"/>
          <p:cNvSpPr/>
          <p:nvPr/>
        </p:nvSpPr>
        <p:spPr>
          <a:xfrm>
            <a:off x="6665976" y="2944368"/>
            <a:ext cx="199339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6665976" y="2944368"/>
            <a:ext cx="73152" cy="1078992"/>
          </a:xfrm>
          <a:prstGeom prst="rect">
            <a:avLst/>
          </a:prstGeom>
          <a:solidFill>
            <a:srgbClr val="2DD4BF"/>
          </a:solidFill>
          <a:ln w="12700">
            <a:solidFill>
              <a:srgbClr val="2DD4BF">
                <a:alpha val="0"/>
              </a:srgbClr>
            </a:solidFill>
            <a:prstDash val="solid"/>
          </a:ln>
        </p:spPr>
      </p:sp>
      <p:sp>
        <p:nvSpPr>
          <p:cNvPr id="47" name="Shape 45"/>
          <p:cNvSpPr/>
          <p:nvPr/>
        </p:nvSpPr>
        <p:spPr>
          <a:xfrm>
            <a:off x="8970264" y="2944368"/>
            <a:ext cx="1993392" cy="1078992"/>
          </a:xfrm>
          <a:prstGeom prst="roundRect">
            <a:avLst>
              <a:gd name="adj" fmla="val 5085"/>
            </a:avLst>
          </a:prstGeom>
          <a:solidFill>
            <a:srgbClr val="10263A"/>
          </a:solidFill>
          <a:ln w="12700">
            <a:solidFill>
              <a:srgbClr val="17344A"/>
            </a:solidFill>
            <a:prstDash val="solid"/>
          </a:ln>
          <a:effectLst>
            <a:outerShdw sx="100000" sy="100000" kx="0" ky="0" algn="bl" rotWithShape="0" blurRad="12700" dist="50800" dir="2700000">
              <a:srgbClr val="000000">
                <a:alpha val="13000"/>
              </a:srgbClr>
            </a:outerShdw>
          </a:effectLst>
        </p:spPr>
      </p:sp>
      <p:sp>
        <p:nvSpPr>
          <p:cNvPr id="48" name="Shape 46"/>
          <p:cNvSpPr/>
          <p:nvPr/>
        </p:nvSpPr>
        <p:spPr>
          <a:xfrm>
            <a:off x="8970264" y="2944368"/>
            <a:ext cx="73152" cy="1078992"/>
          </a:xfrm>
          <a:prstGeom prst="rect">
            <a:avLst/>
          </a:prstGeom>
          <a:solidFill>
            <a:srgbClr val="B7F34A"/>
          </a:solidFill>
          <a:ln w="12700">
            <a:solidFill>
              <a:srgbClr val="B7F34A">
                <a:alpha val="0"/>
              </a:srgbClr>
            </a:solidFill>
            <a:prstDash val="solid"/>
          </a:ln>
        </p:spPr>
      </p:sp>
      <p:pic>
        <p:nvPicPr>
          <p:cNvPr id="50"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1"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2"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3"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4" name="Image 4" descr="preencoded.png">    </p:cNvPr>
          <p:cNvPicPr>
            <a:picLocks noChangeAspect="1"/>
          </p:cNvPicPr>
          <p:nvPr/>
        </p:nvPicPr>
        <p:blipFill>
          <a:blip r:embed="rId5"/>
          <a:stretch>
            <a:fillRect/>
          </a:stretch>
        </p:blipFill>
        <p:spPr>
          <a:xfrm>
            <a:off x="969264" y="1773936"/>
            <a:ext cx="2286000" cy="256032"/>
          </a:xfrm>
          <a:prstGeom prst="rect">
            <a:avLst/>
          </a:prstGeom>
        </p:spPr>
      </p:pic>
      <p:pic>
        <p:nvPicPr>
          <p:cNvPr id="55" name="Image 5" descr="preencoded.png">    </p:cNvPr>
          <p:cNvPicPr>
            <a:picLocks noChangeAspect="1"/>
          </p:cNvPicPr>
          <p:nvPr/>
        </p:nvPicPr>
        <p:blipFill>
          <a:blip r:embed="rId6"/>
          <a:stretch>
            <a:fillRect/>
          </a:stretch>
        </p:blipFill>
        <p:spPr>
          <a:xfrm>
            <a:off x="960120" y="2194560"/>
            <a:ext cx="3931920" cy="393192"/>
          </a:xfrm>
          <a:prstGeom prst="rect">
            <a:avLst/>
          </a:prstGeom>
        </p:spPr>
      </p:pic>
      <p:pic>
        <p:nvPicPr>
          <p:cNvPr id="56" name="Image 6" descr="preencoded.png">    </p:cNvPr>
          <p:cNvPicPr>
            <a:picLocks noChangeAspect="1"/>
          </p:cNvPicPr>
          <p:nvPr/>
        </p:nvPicPr>
        <p:blipFill>
          <a:blip r:embed="rId7"/>
          <a:stretch>
            <a:fillRect/>
          </a:stretch>
        </p:blipFill>
        <p:spPr>
          <a:xfrm>
            <a:off x="1170432" y="3054096"/>
            <a:ext cx="1645920" cy="210312"/>
          </a:xfrm>
          <a:prstGeom prst="rect">
            <a:avLst/>
          </a:prstGeom>
        </p:spPr>
      </p:pic>
      <p:pic>
        <p:nvPicPr>
          <p:cNvPr id="57" name="Image 7" descr="preencoded.png">    </p:cNvPr>
          <p:cNvPicPr>
            <a:picLocks noChangeAspect="1"/>
          </p:cNvPicPr>
          <p:nvPr/>
        </p:nvPicPr>
        <p:blipFill>
          <a:blip r:embed="rId8"/>
          <a:stretch>
            <a:fillRect/>
          </a:stretch>
        </p:blipFill>
        <p:spPr>
          <a:xfrm>
            <a:off x="1152144" y="3282696"/>
            <a:ext cx="1673352" cy="438912"/>
          </a:xfrm>
          <a:prstGeom prst="rect">
            <a:avLst/>
          </a:prstGeom>
        </p:spPr>
      </p:pic>
      <p:pic>
        <p:nvPicPr>
          <p:cNvPr id="58" name="Image 8" descr="preencoded.png">    </p:cNvPr>
          <p:cNvPicPr>
            <a:picLocks noChangeAspect="1"/>
          </p:cNvPicPr>
          <p:nvPr/>
        </p:nvPicPr>
        <p:blipFill>
          <a:blip r:embed="rId9"/>
          <a:stretch>
            <a:fillRect/>
          </a:stretch>
        </p:blipFill>
        <p:spPr>
          <a:xfrm>
            <a:off x="1170432" y="3749040"/>
            <a:ext cx="1645920" cy="164592"/>
          </a:xfrm>
          <a:prstGeom prst="rect">
            <a:avLst/>
          </a:prstGeom>
        </p:spPr>
      </p:pic>
      <p:pic>
        <p:nvPicPr>
          <p:cNvPr id="59" name="Image 9" descr="preencoded.png">    </p:cNvPr>
          <p:cNvPicPr>
            <a:picLocks noChangeAspect="1"/>
          </p:cNvPicPr>
          <p:nvPr/>
        </p:nvPicPr>
        <p:blipFill>
          <a:blip r:embed="rId10"/>
          <a:stretch>
            <a:fillRect/>
          </a:stretch>
        </p:blipFill>
        <p:spPr>
          <a:xfrm>
            <a:off x="3474720" y="3054096"/>
            <a:ext cx="1645920" cy="210312"/>
          </a:xfrm>
          <a:prstGeom prst="rect">
            <a:avLst/>
          </a:prstGeom>
        </p:spPr>
      </p:pic>
      <p:pic>
        <p:nvPicPr>
          <p:cNvPr id="60" name="Image 10" descr="preencoded.png">    </p:cNvPr>
          <p:cNvPicPr>
            <a:picLocks noChangeAspect="1"/>
          </p:cNvPicPr>
          <p:nvPr/>
        </p:nvPicPr>
        <p:blipFill>
          <a:blip r:embed="rId11"/>
          <a:stretch>
            <a:fillRect/>
          </a:stretch>
        </p:blipFill>
        <p:spPr>
          <a:xfrm>
            <a:off x="3456432" y="3282696"/>
            <a:ext cx="1673352" cy="438912"/>
          </a:xfrm>
          <a:prstGeom prst="rect">
            <a:avLst/>
          </a:prstGeom>
        </p:spPr>
      </p:pic>
      <p:pic>
        <p:nvPicPr>
          <p:cNvPr id="61" name="Image 11" descr="preencoded.png">    </p:cNvPr>
          <p:cNvPicPr>
            <a:picLocks noChangeAspect="1"/>
          </p:cNvPicPr>
          <p:nvPr/>
        </p:nvPicPr>
        <p:blipFill>
          <a:blip r:embed="rId12"/>
          <a:stretch>
            <a:fillRect/>
          </a:stretch>
        </p:blipFill>
        <p:spPr>
          <a:xfrm>
            <a:off x="3474720" y="3749040"/>
            <a:ext cx="1645920" cy="164592"/>
          </a:xfrm>
          <a:prstGeom prst="rect">
            <a:avLst/>
          </a:prstGeom>
        </p:spPr>
      </p:pic>
      <p:pic>
        <p:nvPicPr>
          <p:cNvPr id="62" name="Image 12" descr="preencoded.png">    </p:cNvPr>
          <p:cNvPicPr>
            <a:picLocks noChangeAspect="1"/>
          </p:cNvPicPr>
          <p:nvPr/>
        </p:nvPicPr>
        <p:blipFill>
          <a:blip r:embed="rId13"/>
          <a:stretch>
            <a:fillRect/>
          </a:stretch>
        </p:blipFill>
        <p:spPr>
          <a:xfrm>
            <a:off x="987552" y="4361688"/>
            <a:ext cx="4160520" cy="274320"/>
          </a:xfrm>
          <a:prstGeom prst="rect">
            <a:avLst/>
          </a:prstGeom>
        </p:spPr>
      </p:pic>
      <p:pic>
        <p:nvPicPr>
          <p:cNvPr id="63" name="Image 13" descr="preencoded.png">    </p:cNvPr>
          <p:cNvPicPr>
            <a:picLocks noChangeAspect="1"/>
          </p:cNvPicPr>
          <p:nvPr/>
        </p:nvPicPr>
        <p:blipFill>
          <a:blip r:embed="rId14"/>
          <a:stretch>
            <a:fillRect/>
          </a:stretch>
        </p:blipFill>
        <p:spPr>
          <a:xfrm>
            <a:off x="6665976" y="1773936"/>
            <a:ext cx="2834640" cy="256032"/>
          </a:xfrm>
          <a:prstGeom prst="rect">
            <a:avLst/>
          </a:prstGeom>
        </p:spPr>
      </p:pic>
      <p:pic>
        <p:nvPicPr>
          <p:cNvPr id="64" name="Image 14" descr="preencoded.png">    </p:cNvPr>
          <p:cNvPicPr>
            <a:picLocks noChangeAspect="1"/>
          </p:cNvPicPr>
          <p:nvPr/>
        </p:nvPicPr>
        <p:blipFill>
          <a:blip r:embed="rId15"/>
          <a:stretch>
            <a:fillRect/>
          </a:stretch>
        </p:blipFill>
        <p:spPr>
          <a:xfrm>
            <a:off x="6656832" y="2194560"/>
            <a:ext cx="3931920" cy="393192"/>
          </a:xfrm>
          <a:prstGeom prst="rect">
            <a:avLst/>
          </a:prstGeom>
        </p:spPr>
      </p:pic>
      <p:pic>
        <p:nvPicPr>
          <p:cNvPr id="65" name="Image 15" descr="preencoded.png">    </p:cNvPr>
          <p:cNvPicPr>
            <a:picLocks noChangeAspect="1"/>
          </p:cNvPicPr>
          <p:nvPr/>
        </p:nvPicPr>
        <p:blipFill>
          <a:blip r:embed="rId16"/>
          <a:stretch>
            <a:fillRect/>
          </a:stretch>
        </p:blipFill>
        <p:spPr>
          <a:xfrm>
            <a:off x="6867144" y="3054096"/>
            <a:ext cx="1645920" cy="210312"/>
          </a:xfrm>
          <a:prstGeom prst="rect">
            <a:avLst/>
          </a:prstGeom>
        </p:spPr>
      </p:pic>
      <p:pic>
        <p:nvPicPr>
          <p:cNvPr id="66" name="Image 16" descr="preencoded.png">    </p:cNvPr>
          <p:cNvPicPr>
            <a:picLocks noChangeAspect="1"/>
          </p:cNvPicPr>
          <p:nvPr/>
        </p:nvPicPr>
        <p:blipFill>
          <a:blip r:embed="rId17"/>
          <a:stretch>
            <a:fillRect/>
          </a:stretch>
        </p:blipFill>
        <p:spPr>
          <a:xfrm>
            <a:off x="6848856" y="3282696"/>
            <a:ext cx="1673352" cy="438912"/>
          </a:xfrm>
          <a:prstGeom prst="rect">
            <a:avLst/>
          </a:prstGeom>
        </p:spPr>
      </p:pic>
      <p:pic>
        <p:nvPicPr>
          <p:cNvPr id="67" name="Image 17" descr="preencoded.png">    </p:cNvPr>
          <p:cNvPicPr>
            <a:picLocks noChangeAspect="1"/>
          </p:cNvPicPr>
          <p:nvPr/>
        </p:nvPicPr>
        <p:blipFill>
          <a:blip r:embed="rId18"/>
          <a:stretch>
            <a:fillRect/>
          </a:stretch>
        </p:blipFill>
        <p:spPr>
          <a:xfrm>
            <a:off x="6867144" y="3749040"/>
            <a:ext cx="1645920" cy="164592"/>
          </a:xfrm>
          <a:prstGeom prst="rect">
            <a:avLst/>
          </a:prstGeom>
        </p:spPr>
      </p:pic>
      <p:pic>
        <p:nvPicPr>
          <p:cNvPr id="68" name="Image 18" descr="preencoded.png">    </p:cNvPr>
          <p:cNvPicPr>
            <a:picLocks noChangeAspect="1"/>
          </p:cNvPicPr>
          <p:nvPr/>
        </p:nvPicPr>
        <p:blipFill>
          <a:blip r:embed="rId19"/>
          <a:stretch>
            <a:fillRect/>
          </a:stretch>
        </p:blipFill>
        <p:spPr>
          <a:xfrm>
            <a:off x="9171432" y="3054096"/>
            <a:ext cx="1645920" cy="210312"/>
          </a:xfrm>
          <a:prstGeom prst="rect">
            <a:avLst/>
          </a:prstGeom>
        </p:spPr>
      </p:pic>
      <p:pic>
        <p:nvPicPr>
          <p:cNvPr id="69" name="Image 19" descr="preencoded.png">    </p:cNvPr>
          <p:cNvPicPr>
            <a:picLocks noChangeAspect="1"/>
          </p:cNvPicPr>
          <p:nvPr/>
        </p:nvPicPr>
        <p:blipFill>
          <a:blip r:embed="rId20"/>
          <a:stretch>
            <a:fillRect/>
          </a:stretch>
        </p:blipFill>
        <p:spPr>
          <a:xfrm>
            <a:off x="9153144" y="3282696"/>
            <a:ext cx="1673352" cy="438912"/>
          </a:xfrm>
          <a:prstGeom prst="rect">
            <a:avLst/>
          </a:prstGeom>
        </p:spPr>
      </p:pic>
      <p:pic>
        <p:nvPicPr>
          <p:cNvPr id="70" name="Image 20" descr="preencoded.png">    </p:cNvPr>
          <p:cNvPicPr>
            <a:picLocks noChangeAspect="1"/>
          </p:cNvPicPr>
          <p:nvPr/>
        </p:nvPicPr>
        <p:blipFill>
          <a:blip r:embed="rId21"/>
          <a:stretch>
            <a:fillRect/>
          </a:stretch>
        </p:blipFill>
        <p:spPr>
          <a:xfrm>
            <a:off x="9171432" y="3749040"/>
            <a:ext cx="1645920" cy="164592"/>
          </a:xfrm>
          <a:prstGeom prst="rect">
            <a:avLst/>
          </a:prstGeom>
        </p:spPr>
      </p:pic>
      <p:pic>
        <p:nvPicPr>
          <p:cNvPr id="71" name="Image 21" descr="preencoded.png">    </p:cNvPr>
          <p:cNvPicPr>
            <a:picLocks noChangeAspect="1"/>
          </p:cNvPicPr>
          <p:nvPr/>
        </p:nvPicPr>
        <p:blipFill>
          <a:blip r:embed="rId22"/>
          <a:stretch>
            <a:fillRect/>
          </a:stretch>
        </p:blipFill>
        <p:spPr>
          <a:xfrm>
            <a:off x="6684264" y="4361688"/>
            <a:ext cx="4160520" cy="274320"/>
          </a:xfrm>
          <a:prstGeom prst="rect">
            <a:avLst/>
          </a:prstGeom>
        </p:spPr>
      </p:pic>
      <p:pic>
        <p:nvPicPr>
          <p:cNvPr id="72" name="Image 22" descr="preencoded.png">    </p:cNvPr>
          <p:cNvPicPr>
            <a:picLocks noChangeAspect="1"/>
          </p:cNvPicPr>
          <p:nvPr/>
        </p:nvPicPr>
        <p:blipFill>
          <a:blip r:embed="rId23"/>
          <a:stretch>
            <a:fillRect/>
          </a:stretch>
        </p:blipFill>
        <p:spPr>
          <a:xfrm>
            <a:off x="1078992" y="6071616"/>
            <a:ext cx="10058400" cy="3291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2880360" y="1591056"/>
            <a:ext cx="7818120" cy="384048"/>
          </a:xfrm>
          <a:prstGeom prst="roundRect">
            <a:avLst/>
          </a:prstGeom>
          <a:solidFill>
            <a:srgbClr val="D8E5E9"/>
          </a:solidFill>
          <a:ln w="12700">
            <a:solidFill>
              <a:srgbClr val="D8E5E9"/>
            </a:solidFill>
            <a:prstDash val="solid"/>
          </a:ln>
        </p:spPr>
      </p:sp>
      <p:sp>
        <p:nvSpPr>
          <p:cNvPr id="40" name="Shape 38"/>
          <p:cNvSpPr/>
          <p:nvPr/>
        </p:nvSpPr>
        <p:spPr>
          <a:xfrm>
            <a:off x="2880360" y="1591056"/>
            <a:ext cx="5084123" cy="384048"/>
          </a:xfrm>
          <a:prstGeom prst="roundRect">
            <a:avLst/>
          </a:prstGeom>
          <a:solidFill>
            <a:srgbClr val="A8BAC4"/>
          </a:solidFill>
          <a:ln w="12700">
            <a:solidFill>
              <a:srgbClr val="A8BAC4"/>
            </a:solidFill>
            <a:prstDash val="solid"/>
          </a:ln>
        </p:spPr>
      </p:sp>
      <p:sp>
        <p:nvSpPr>
          <p:cNvPr id="41" name="Shape 39"/>
          <p:cNvSpPr/>
          <p:nvPr/>
        </p:nvSpPr>
        <p:spPr>
          <a:xfrm>
            <a:off x="2880360" y="2551176"/>
            <a:ext cx="7818120" cy="384048"/>
          </a:xfrm>
          <a:prstGeom prst="roundRect">
            <a:avLst/>
          </a:prstGeom>
          <a:solidFill>
            <a:srgbClr val="D8E5E9"/>
          </a:solidFill>
          <a:ln w="12700">
            <a:solidFill>
              <a:srgbClr val="D8E5E9"/>
            </a:solidFill>
            <a:prstDash val="solid"/>
          </a:ln>
        </p:spPr>
      </p:sp>
      <p:sp>
        <p:nvSpPr>
          <p:cNvPr id="42" name="Shape 40"/>
          <p:cNvSpPr/>
          <p:nvPr/>
        </p:nvSpPr>
        <p:spPr>
          <a:xfrm>
            <a:off x="2880360" y="2551176"/>
            <a:ext cx="7599056" cy="384048"/>
          </a:xfrm>
          <a:prstGeom prst="roundRect">
            <a:avLst/>
          </a:prstGeom>
          <a:solidFill>
            <a:srgbClr val="0E8F87"/>
          </a:solidFill>
          <a:ln w="12700">
            <a:solidFill>
              <a:srgbClr val="0E8F87"/>
            </a:solidFill>
            <a:prstDash val="solid"/>
          </a:ln>
        </p:spPr>
      </p:sp>
      <p:sp>
        <p:nvSpPr>
          <p:cNvPr id="43" name="Shape 41"/>
          <p:cNvSpPr/>
          <p:nvPr/>
        </p:nvSpPr>
        <p:spPr>
          <a:xfrm>
            <a:off x="2880360" y="3511296"/>
            <a:ext cx="7818120" cy="384048"/>
          </a:xfrm>
          <a:prstGeom prst="roundRect">
            <a:avLst/>
          </a:prstGeom>
          <a:solidFill>
            <a:srgbClr val="D8E5E9"/>
          </a:solidFill>
          <a:ln w="12700">
            <a:solidFill>
              <a:srgbClr val="D8E5E9"/>
            </a:solidFill>
            <a:prstDash val="solid"/>
          </a:ln>
        </p:spPr>
      </p:sp>
      <p:sp>
        <p:nvSpPr>
          <p:cNvPr id="44" name="Shape 42"/>
          <p:cNvSpPr/>
          <p:nvPr/>
        </p:nvSpPr>
        <p:spPr>
          <a:xfrm>
            <a:off x="2880360" y="3511296"/>
            <a:ext cx="7652298" cy="384048"/>
          </a:xfrm>
          <a:prstGeom prst="roundRect">
            <a:avLst/>
          </a:prstGeom>
          <a:solidFill>
            <a:srgbClr val="FF8A4C"/>
          </a:solidFill>
          <a:ln w="12700">
            <a:solidFill>
              <a:srgbClr val="FF8A4C"/>
            </a:solidFill>
            <a:prstDash val="solid"/>
          </a:ln>
        </p:spPr>
      </p:sp>
      <p:sp>
        <p:nvSpPr>
          <p:cNvPr id="45" name="Shape 43"/>
          <p:cNvSpPr/>
          <p:nvPr/>
        </p:nvSpPr>
        <p:spPr>
          <a:xfrm>
            <a:off x="2880360" y="4471416"/>
            <a:ext cx="7818120" cy="384048"/>
          </a:xfrm>
          <a:prstGeom prst="roundRect">
            <a:avLst/>
          </a:prstGeom>
          <a:solidFill>
            <a:srgbClr val="D8E5E9"/>
          </a:solidFill>
          <a:ln w="12700">
            <a:solidFill>
              <a:srgbClr val="D8E5E9"/>
            </a:solidFill>
            <a:prstDash val="solid"/>
          </a:ln>
        </p:spPr>
      </p:sp>
      <p:sp>
        <p:nvSpPr>
          <p:cNvPr id="46" name="Shape 44"/>
          <p:cNvSpPr/>
          <p:nvPr/>
        </p:nvSpPr>
        <p:spPr>
          <a:xfrm>
            <a:off x="2880360" y="4471416"/>
            <a:ext cx="7673407" cy="384048"/>
          </a:xfrm>
          <a:prstGeom prst="roundRect">
            <a:avLst/>
          </a:prstGeom>
          <a:solidFill>
            <a:srgbClr val="B7F34A"/>
          </a:solidFill>
          <a:ln w="12700">
            <a:solidFill>
              <a:srgbClr val="B7F34A"/>
            </a:solidFill>
            <a:prstDash val="solid"/>
          </a:ln>
        </p:spPr>
      </p:sp>
      <p:sp>
        <p:nvSpPr>
          <p:cNvPr id="47" name="Shape 45"/>
          <p:cNvSpPr/>
          <p:nvPr/>
        </p:nvSpPr>
        <p:spPr>
          <a:xfrm>
            <a:off x="731520" y="5486400"/>
            <a:ext cx="3063240"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48" name="Shape 46"/>
          <p:cNvSpPr/>
          <p:nvPr/>
        </p:nvSpPr>
        <p:spPr>
          <a:xfrm>
            <a:off x="731520" y="5486400"/>
            <a:ext cx="73152" cy="1078992"/>
          </a:xfrm>
          <a:prstGeom prst="rect">
            <a:avLst/>
          </a:prstGeom>
          <a:solidFill>
            <a:srgbClr val="0E8F87"/>
          </a:solidFill>
          <a:ln w="12700">
            <a:solidFill>
              <a:srgbClr val="0E8F87">
                <a:alpha val="0"/>
              </a:srgbClr>
            </a:solidFill>
            <a:prstDash val="solid"/>
          </a:ln>
        </p:spPr>
      </p:sp>
      <p:sp>
        <p:nvSpPr>
          <p:cNvPr id="49" name="Shape 47"/>
          <p:cNvSpPr/>
          <p:nvPr/>
        </p:nvSpPr>
        <p:spPr>
          <a:xfrm>
            <a:off x="4553712" y="5486400"/>
            <a:ext cx="3063240"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50" name="Shape 48"/>
          <p:cNvSpPr/>
          <p:nvPr/>
        </p:nvSpPr>
        <p:spPr>
          <a:xfrm>
            <a:off x="4553712" y="5486400"/>
            <a:ext cx="73152" cy="1078992"/>
          </a:xfrm>
          <a:prstGeom prst="rect">
            <a:avLst/>
          </a:prstGeom>
          <a:solidFill>
            <a:srgbClr val="FF8A4C"/>
          </a:solidFill>
          <a:ln w="12700">
            <a:solidFill>
              <a:srgbClr val="FF8A4C">
                <a:alpha val="0"/>
              </a:srgbClr>
            </a:solidFill>
            <a:prstDash val="solid"/>
          </a:ln>
        </p:spPr>
      </p:sp>
      <p:sp>
        <p:nvSpPr>
          <p:cNvPr id="51" name="Shape 49"/>
          <p:cNvSpPr/>
          <p:nvPr/>
        </p:nvSpPr>
        <p:spPr>
          <a:xfrm>
            <a:off x="8366760" y="5486400"/>
            <a:ext cx="3063240" cy="1078992"/>
          </a:xfrm>
          <a:prstGeom prst="roundRect">
            <a:avLst>
              <a:gd name="adj" fmla="val 5085"/>
            </a:avLst>
          </a:prstGeom>
          <a:solidFill>
            <a:srgbClr val="FFFFFF"/>
          </a:solidFill>
          <a:ln w="12700">
            <a:solidFill>
              <a:srgbClr val="D7E4E8"/>
            </a:solidFill>
            <a:prstDash val="solid"/>
          </a:ln>
          <a:effectLst>
            <a:outerShdw sx="100000" sy="100000" kx="0" ky="0" algn="bl" rotWithShape="0" blurRad="12700" dist="50800" dir="2700000">
              <a:srgbClr val="000000">
                <a:alpha val="13000"/>
              </a:srgbClr>
            </a:outerShdw>
          </a:effectLst>
        </p:spPr>
      </p:sp>
      <p:sp>
        <p:nvSpPr>
          <p:cNvPr id="52" name="Shape 50"/>
          <p:cNvSpPr/>
          <p:nvPr/>
        </p:nvSpPr>
        <p:spPr>
          <a:xfrm>
            <a:off x="8366760" y="5486400"/>
            <a:ext cx="73152" cy="1078992"/>
          </a:xfrm>
          <a:prstGeom prst="rect">
            <a:avLst/>
          </a:prstGeom>
          <a:solidFill>
            <a:srgbClr val="B7F34A"/>
          </a:solidFill>
          <a:ln w="12700">
            <a:solidFill>
              <a:srgbClr val="B7F34A">
                <a:alpha val="0"/>
              </a:srgbClr>
            </a:solidFill>
            <a:prstDash val="solid"/>
          </a:ln>
        </p:spPr>
      </p:sp>
      <p:pic>
        <p:nvPicPr>
          <p:cNvPr id="54"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5"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56"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57"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58" name="Image 4" descr="preencoded.png">    </p:cNvPr>
          <p:cNvPicPr>
            <a:picLocks noChangeAspect="1"/>
          </p:cNvPicPr>
          <p:nvPr/>
        </p:nvPicPr>
        <p:blipFill>
          <a:blip r:embed="rId5"/>
          <a:stretch>
            <a:fillRect/>
          </a:stretch>
        </p:blipFill>
        <p:spPr>
          <a:xfrm>
            <a:off x="713232" y="1572768"/>
            <a:ext cx="2057400" cy="292608"/>
          </a:xfrm>
          <a:prstGeom prst="rect">
            <a:avLst/>
          </a:prstGeom>
        </p:spPr>
      </p:pic>
      <p:pic>
        <p:nvPicPr>
          <p:cNvPr id="59" name="Image 5" descr="preencoded.png">    </p:cNvPr>
          <p:cNvPicPr>
            <a:picLocks noChangeAspect="1"/>
          </p:cNvPicPr>
          <p:nvPr/>
        </p:nvPicPr>
        <p:blipFill>
          <a:blip r:embed="rId6"/>
          <a:stretch>
            <a:fillRect/>
          </a:stretch>
        </p:blipFill>
        <p:spPr>
          <a:xfrm>
            <a:off x="10817352" y="1554480"/>
            <a:ext cx="777240" cy="347472"/>
          </a:xfrm>
          <a:prstGeom prst="rect">
            <a:avLst/>
          </a:prstGeom>
        </p:spPr>
      </p:pic>
      <p:pic>
        <p:nvPicPr>
          <p:cNvPr id="60" name="Image 6" descr="preencoded.png">    </p:cNvPr>
          <p:cNvPicPr>
            <a:picLocks noChangeAspect="1"/>
          </p:cNvPicPr>
          <p:nvPr/>
        </p:nvPicPr>
        <p:blipFill>
          <a:blip r:embed="rId7"/>
          <a:stretch>
            <a:fillRect/>
          </a:stretch>
        </p:blipFill>
        <p:spPr>
          <a:xfrm>
            <a:off x="713232" y="2532888"/>
            <a:ext cx="2057400" cy="292608"/>
          </a:xfrm>
          <a:prstGeom prst="rect">
            <a:avLst/>
          </a:prstGeom>
        </p:spPr>
      </p:pic>
      <p:pic>
        <p:nvPicPr>
          <p:cNvPr id="61" name="Image 7" descr="preencoded.png">    </p:cNvPr>
          <p:cNvPicPr>
            <a:picLocks noChangeAspect="1"/>
          </p:cNvPicPr>
          <p:nvPr/>
        </p:nvPicPr>
        <p:blipFill>
          <a:blip r:embed="rId8"/>
          <a:stretch>
            <a:fillRect/>
          </a:stretch>
        </p:blipFill>
        <p:spPr>
          <a:xfrm>
            <a:off x="10817352" y="2514600"/>
            <a:ext cx="777240" cy="347472"/>
          </a:xfrm>
          <a:prstGeom prst="rect">
            <a:avLst/>
          </a:prstGeom>
        </p:spPr>
      </p:pic>
      <p:pic>
        <p:nvPicPr>
          <p:cNvPr id="62" name="Image 8" descr="preencoded.png">    </p:cNvPr>
          <p:cNvPicPr>
            <a:picLocks noChangeAspect="1"/>
          </p:cNvPicPr>
          <p:nvPr/>
        </p:nvPicPr>
        <p:blipFill>
          <a:blip r:embed="rId9"/>
          <a:stretch>
            <a:fillRect/>
          </a:stretch>
        </p:blipFill>
        <p:spPr>
          <a:xfrm>
            <a:off x="713232" y="3493008"/>
            <a:ext cx="2057400" cy="292608"/>
          </a:xfrm>
          <a:prstGeom prst="rect">
            <a:avLst/>
          </a:prstGeom>
        </p:spPr>
      </p:pic>
      <p:pic>
        <p:nvPicPr>
          <p:cNvPr id="63" name="Image 9" descr="preencoded.png">    </p:cNvPr>
          <p:cNvPicPr>
            <a:picLocks noChangeAspect="1"/>
          </p:cNvPicPr>
          <p:nvPr/>
        </p:nvPicPr>
        <p:blipFill>
          <a:blip r:embed="rId10"/>
          <a:stretch>
            <a:fillRect/>
          </a:stretch>
        </p:blipFill>
        <p:spPr>
          <a:xfrm>
            <a:off x="10817352" y="3474720"/>
            <a:ext cx="777240" cy="347472"/>
          </a:xfrm>
          <a:prstGeom prst="rect">
            <a:avLst/>
          </a:prstGeom>
        </p:spPr>
      </p:pic>
      <p:pic>
        <p:nvPicPr>
          <p:cNvPr id="64" name="Image 10" descr="preencoded.png">    </p:cNvPr>
          <p:cNvPicPr>
            <a:picLocks noChangeAspect="1"/>
          </p:cNvPicPr>
          <p:nvPr/>
        </p:nvPicPr>
        <p:blipFill>
          <a:blip r:embed="rId11"/>
          <a:stretch>
            <a:fillRect/>
          </a:stretch>
        </p:blipFill>
        <p:spPr>
          <a:xfrm>
            <a:off x="713232" y="4453128"/>
            <a:ext cx="2057400" cy="292608"/>
          </a:xfrm>
          <a:prstGeom prst="rect">
            <a:avLst/>
          </a:prstGeom>
        </p:spPr>
      </p:pic>
      <p:pic>
        <p:nvPicPr>
          <p:cNvPr id="65" name="Image 11" descr="preencoded.png">    </p:cNvPr>
          <p:cNvPicPr>
            <a:picLocks noChangeAspect="1"/>
          </p:cNvPicPr>
          <p:nvPr/>
        </p:nvPicPr>
        <p:blipFill>
          <a:blip r:embed="rId12"/>
          <a:stretch>
            <a:fillRect/>
          </a:stretch>
        </p:blipFill>
        <p:spPr>
          <a:xfrm>
            <a:off x="10817352" y="4434840"/>
            <a:ext cx="777240" cy="347472"/>
          </a:xfrm>
          <a:prstGeom prst="rect">
            <a:avLst/>
          </a:prstGeom>
        </p:spPr>
      </p:pic>
      <p:pic>
        <p:nvPicPr>
          <p:cNvPr id="66" name="Image 12" descr="preencoded.png">    </p:cNvPr>
          <p:cNvPicPr>
            <a:picLocks noChangeAspect="1"/>
          </p:cNvPicPr>
          <p:nvPr/>
        </p:nvPicPr>
        <p:blipFill>
          <a:blip r:embed="rId13"/>
          <a:stretch>
            <a:fillRect/>
          </a:stretch>
        </p:blipFill>
        <p:spPr>
          <a:xfrm>
            <a:off x="932688" y="5596128"/>
            <a:ext cx="2715768" cy="210312"/>
          </a:xfrm>
          <a:prstGeom prst="rect">
            <a:avLst/>
          </a:prstGeom>
        </p:spPr>
      </p:pic>
      <p:pic>
        <p:nvPicPr>
          <p:cNvPr id="67" name="Image 13" descr="preencoded.png">    </p:cNvPr>
          <p:cNvPicPr>
            <a:picLocks noChangeAspect="1"/>
          </p:cNvPicPr>
          <p:nvPr/>
        </p:nvPicPr>
        <p:blipFill>
          <a:blip r:embed="rId14"/>
          <a:stretch>
            <a:fillRect/>
          </a:stretch>
        </p:blipFill>
        <p:spPr>
          <a:xfrm>
            <a:off x="914400" y="5824728"/>
            <a:ext cx="2743200" cy="438912"/>
          </a:xfrm>
          <a:prstGeom prst="rect">
            <a:avLst/>
          </a:prstGeom>
        </p:spPr>
      </p:pic>
      <p:pic>
        <p:nvPicPr>
          <p:cNvPr id="68" name="Image 14" descr="preencoded.png">    </p:cNvPr>
          <p:cNvPicPr>
            <a:picLocks noChangeAspect="1"/>
          </p:cNvPicPr>
          <p:nvPr/>
        </p:nvPicPr>
        <p:blipFill>
          <a:blip r:embed="rId15"/>
          <a:stretch>
            <a:fillRect/>
          </a:stretch>
        </p:blipFill>
        <p:spPr>
          <a:xfrm>
            <a:off x="932688" y="6291072"/>
            <a:ext cx="2715768" cy="164592"/>
          </a:xfrm>
          <a:prstGeom prst="rect">
            <a:avLst/>
          </a:prstGeom>
        </p:spPr>
      </p:pic>
      <p:pic>
        <p:nvPicPr>
          <p:cNvPr id="69" name="Image 15" descr="preencoded.png">    </p:cNvPr>
          <p:cNvPicPr>
            <a:picLocks noChangeAspect="1"/>
          </p:cNvPicPr>
          <p:nvPr/>
        </p:nvPicPr>
        <p:blipFill>
          <a:blip r:embed="rId16"/>
          <a:stretch>
            <a:fillRect/>
          </a:stretch>
        </p:blipFill>
        <p:spPr>
          <a:xfrm>
            <a:off x="4754880" y="5596128"/>
            <a:ext cx="2715768" cy="210312"/>
          </a:xfrm>
          <a:prstGeom prst="rect">
            <a:avLst/>
          </a:prstGeom>
        </p:spPr>
      </p:pic>
      <p:pic>
        <p:nvPicPr>
          <p:cNvPr id="70" name="Image 16" descr="preencoded.png">    </p:cNvPr>
          <p:cNvPicPr>
            <a:picLocks noChangeAspect="1"/>
          </p:cNvPicPr>
          <p:nvPr/>
        </p:nvPicPr>
        <p:blipFill>
          <a:blip r:embed="rId17"/>
          <a:stretch>
            <a:fillRect/>
          </a:stretch>
        </p:blipFill>
        <p:spPr>
          <a:xfrm>
            <a:off x="4736592" y="5824728"/>
            <a:ext cx="2743200" cy="438912"/>
          </a:xfrm>
          <a:prstGeom prst="rect">
            <a:avLst/>
          </a:prstGeom>
        </p:spPr>
      </p:pic>
      <p:pic>
        <p:nvPicPr>
          <p:cNvPr id="71" name="Image 17" descr="preencoded.png">    </p:cNvPr>
          <p:cNvPicPr>
            <a:picLocks noChangeAspect="1"/>
          </p:cNvPicPr>
          <p:nvPr/>
        </p:nvPicPr>
        <p:blipFill>
          <a:blip r:embed="rId18"/>
          <a:stretch>
            <a:fillRect/>
          </a:stretch>
        </p:blipFill>
        <p:spPr>
          <a:xfrm>
            <a:off x="4754880" y="6291072"/>
            <a:ext cx="2715768" cy="164592"/>
          </a:xfrm>
          <a:prstGeom prst="rect">
            <a:avLst/>
          </a:prstGeom>
        </p:spPr>
      </p:pic>
      <p:pic>
        <p:nvPicPr>
          <p:cNvPr id="72" name="Image 18" descr="preencoded.png">    </p:cNvPr>
          <p:cNvPicPr>
            <a:picLocks noChangeAspect="1"/>
          </p:cNvPicPr>
          <p:nvPr/>
        </p:nvPicPr>
        <p:blipFill>
          <a:blip r:embed="rId19"/>
          <a:stretch>
            <a:fillRect/>
          </a:stretch>
        </p:blipFill>
        <p:spPr>
          <a:xfrm>
            <a:off x="8567928" y="5596128"/>
            <a:ext cx="2715768" cy="210312"/>
          </a:xfrm>
          <a:prstGeom prst="rect">
            <a:avLst/>
          </a:prstGeom>
        </p:spPr>
      </p:pic>
      <p:pic>
        <p:nvPicPr>
          <p:cNvPr id="73" name="Image 19" descr="preencoded.png">    </p:cNvPr>
          <p:cNvPicPr>
            <a:picLocks noChangeAspect="1"/>
          </p:cNvPicPr>
          <p:nvPr/>
        </p:nvPicPr>
        <p:blipFill>
          <a:blip r:embed="rId20"/>
          <a:stretch>
            <a:fillRect/>
          </a:stretch>
        </p:blipFill>
        <p:spPr>
          <a:xfrm>
            <a:off x="8549640" y="5824728"/>
            <a:ext cx="2743200" cy="438912"/>
          </a:xfrm>
          <a:prstGeom prst="rect">
            <a:avLst/>
          </a:prstGeom>
        </p:spPr>
      </p:pic>
      <p:pic>
        <p:nvPicPr>
          <p:cNvPr id="74" name="Image 20" descr="preencoded.png">    </p:cNvPr>
          <p:cNvPicPr>
            <a:picLocks noChangeAspect="1"/>
          </p:cNvPicPr>
          <p:nvPr/>
        </p:nvPicPr>
        <p:blipFill>
          <a:blip r:embed="rId21"/>
          <a:stretch>
            <a:fillRect/>
          </a:stretch>
        </p:blipFill>
        <p:spPr>
          <a:xfrm>
            <a:off x="8567928" y="6291072"/>
            <a:ext cx="2715768" cy="164592"/>
          </a:xfrm>
          <a:prstGeom prst="rect">
            <a:avLst/>
          </a:prstGeom>
        </p:spPr>
      </p:pic>
      <p:pic>
        <p:nvPicPr>
          <p:cNvPr id="75" name="Image 21" descr="preencoded.png">    </p:cNvPr>
          <p:cNvPicPr>
            <a:picLocks noChangeAspect="1"/>
          </p:cNvPicPr>
          <p:nvPr/>
        </p:nvPicPr>
        <p:blipFill>
          <a:blip r:embed="rId22"/>
          <a:stretch>
            <a:fillRect/>
          </a:stretch>
        </p:blipFill>
        <p:spPr>
          <a:xfrm>
            <a:off x="2999232" y="4773168"/>
            <a:ext cx="6126480" cy="3291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658368" y="1444752"/>
            <a:ext cx="5212080" cy="1691640"/>
          </a:xfrm>
          <a:prstGeom prst="roundRect">
            <a:avLst>
              <a:gd name="adj" fmla="val 3243"/>
            </a:avLst>
          </a:prstGeom>
          <a:solidFill>
            <a:srgbClr val="10263A"/>
          </a:solidFill>
          <a:ln w="12700">
            <a:solidFill>
              <a:srgbClr val="FF5E68"/>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6217920" y="1444752"/>
            <a:ext cx="5212080" cy="1691640"/>
          </a:xfrm>
          <a:prstGeom prst="roundRect">
            <a:avLst>
              <a:gd name="adj" fmla="val 3243"/>
            </a:avLst>
          </a:prstGeom>
          <a:solidFill>
            <a:srgbClr val="17344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1" name="Shape 39"/>
          <p:cNvSpPr/>
          <p:nvPr/>
        </p:nvSpPr>
        <p:spPr>
          <a:xfrm>
            <a:off x="658368" y="3529584"/>
            <a:ext cx="5212080" cy="1691640"/>
          </a:xfrm>
          <a:prstGeom prst="roundRect">
            <a:avLst>
              <a:gd name="adj" fmla="val 3243"/>
            </a:avLst>
          </a:prstGeom>
          <a:solidFill>
            <a:srgbClr val="10263A"/>
          </a:solidFill>
          <a:ln w="12700">
            <a:solidFill>
              <a:srgbClr val="4F9BFF"/>
            </a:solidFill>
            <a:prstDash val="solid"/>
          </a:ln>
          <a:effectLst>
            <a:outerShdw sx="100000" sy="100000" kx="0" ky="0" algn="bl" rotWithShape="0" blurRad="12700" dist="50800" dir="2700000">
              <a:srgbClr val="000000">
                <a:alpha val="13000"/>
              </a:srgbClr>
            </a:outerShdw>
          </a:effectLst>
        </p:spPr>
      </p:sp>
      <p:sp>
        <p:nvSpPr>
          <p:cNvPr id="42" name="Shape 40"/>
          <p:cNvSpPr/>
          <p:nvPr/>
        </p:nvSpPr>
        <p:spPr>
          <a:xfrm>
            <a:off x="6217920" y="3529584"/>
            <a:ext cx="5212080" cy="1691640"/>
          </a:xfrm>
          <a:prstGeom prst="roundRect">
            <a:avLst>
              <a:gd name="adj" fmla="val 3243"/>
            </a:avLst>
          </a:prstGeom>
          <a:solidFill>
            <a:srgbClr val="17344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43" name="Shape 41"/>
          <p:cNvSpPr/>
          <p:nvPr/>
        </p:nvSpPr>
        <p:spPr>
          <a:xfrm>
            <a:off x="2029968" y="5623560"/>
            <a:ext cx="8138160" cy="566928"/>
          </a:xfrm>
          <a:prstGeom prst="roundRect">
            <a:avLst>
              <a:gd name="adj" fmla="val 9677"/>
            </a:avLst>
          </a:prstGeom>
          <a:solidFill>
            <a:srgbClr val="B7F34A"/>
          </a:solidFill>
          <a:ln w="12700">
            <a:solidFill>
              <a:srgbClr val="B7F34A"/>
            </a:solidFill>
            <a:prstDash val="solid"/>
          </a:ln>
          <a:effectLst>
            <a:outerShdw sx="100000" sy="100000" kx="0" ky="0" algn="bl" rotWithShape="0" blurRad="12700" dist="50800" dir="2700000">
              <a:srgbClr val="000000">
                <a:alpha val="13000"/>
              </a:srgbClr>
            </a:outerShdw>
          </a:effectLst>
        </p:spPr>
      </p:sp>
      <p:pic>
        <p:nvPicPr>
          <p:cNvPr id="45"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46"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47"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48"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49" name="Image 4" descr="preencoded.png">    </p:cNvPr>
          <p:cNvPicPr>
            <a:picLocks noChangeAspect="1"/>
          </p:cNvPicPr>
          <p:nvPr/>
        </p:nvPicPr>
        <p:blipFill>
          <a:blip r:embed="rId5"/>
          <a:stretch>
            <a:fillRect/>
          </a:stretch>
        </p:blipFill>
        <p:spPr>
          <a:xfrm>
            <a:off x="914400" y="1673352"/>
            <a:ext cx="2286000" cy="246888"/>
          </a:xfrm>
          <a:prstGeom prst="rect">
            <a:avLst/>
          </a:prstGeom>
        </p:spPr>
      </p:pic>
      <p:pic>
        <p:nvPicPr>
          <p:cNvPr id="50" name="Image 5" descr="preencoded.png">    </p:cNvPr>
          <p:cNvPicPr>
            <a:picLocks noChangeAspect="1"/>
          </p:cNvPicPr>
          <p:nvPr/>
        </p:nvPicPr>
        <p:blipFill>
          <a:blip r:embed="rId6"/>
          <a:stretch>
            <a:fillRect/>
          </a:stretch>
        </p:blipFill>
        <p:spPr>
          <a:xfrm>
            <a:off x="914400" y="2057400"/>
            <a:ext cx="4535424" cy="329184"/>
          </a:xfrm>
          <a:prstGeom prst="rect">
            <a:avLst/>
          </a:prstGeom>
        </p:spPr>
      </p:pic>
      <p:pic>
        <p:nvPicPr>
          <p:cNvPr id="51" name="Image 6" descr="preencoded.png">    </p:cNvPr>
          <p:cNvPicPr>
            <a:picLocks noChangeAspect="1"/>
          </p:cNvPicPr>
          <p:nvPr/>
        </p:nvPicPr>
        <p:blipFill>
          <a:blip r:embed="rId7"/>
          <a:stretch>
            <a:fillRect/>
          </a:stretch>
        </p:blipFill>
        <p:spPr>
          <a:xfrm>
            <a:off x="914400" y="2551176"/>
            <a:ext cx="4535424" cy="256032"/>
          </a:xfrm>
          <a:prstGeom prst="rect">
            <a:avLst/>
          </a:prstGeom>
        </p:spPr>
      </p:pic>
      <p:pic>
        <p:nvPicPr>
          <p:cNvPr id="52" name="Image 7" descr="preencoded.png">    </p:cNvPr>
          <p:cNvPicPr>
            <a:picLocks noChangeAspect="1"/>
          </p:cNvPicPr>
          <p:nvPr/>
        </p:nvPicPr>
        <p:blipFill>
          <a:blip r:embed="rId8"/>
          <a:stretch>
            <a:fillRect/>
          </a:stretch>
        </p:blipFill>
        <p:spPr>
          <a:xfrm>
            <a:off x="6473952" y="1673352"/>
            <a:ext cx="2286000" cy="246888"/>
          </a:xfrm>
          <a:prstGeom prst="rect">
            <a:avLst/>
          </a:prstGeom>
        </p:spPr>
      </p:pic>
      <p:pic>
        <p:nvPicPr>
          <p:cNvPr id="53" name="Image 8" descr="preencoded.png">    </p:cNvPr>
          <p:cNvPicPr>
            <a:picLocks noChangeAspect="1"/>
          </p:cNvPicPr>
          <p:nvPr/>
        </p:nvPicPr>
        <p:blipFill>
          <a:blip r:embed="rId9"/>
          <a:stretch>
            <a:fillRect/>
          </a:stretch>
        </p:blipFill>
        <p:spPr>
          <a:xfrm>
            <a:off x="6473952" y="2057400"/>
            <a:ext cx="4535424" cy="329184"/>
          </a:xfrm>
          <a:prstGeom prst="rect">
            <a:avLst/>
          </a:prstGeom>
        </p:spPr>
      </p:pic>
      <p:pic>
        <p:nvPicPr>
          <p:cNvPr id="54" name="Image 9" descr="preencoded.png">    </p:cNvPr>
          <p:cNvPicPr>
            <a:picLocks noChangeAspect="1"/>
          </p:cNvPicPr>
          <p:nvPr/>
        </p:nvPicPr>
        <p:blipFill>
          <a:blip r:embed="rId10"/>
          <a:stretch>
            <a:fillRect/>
          </a:stretch>
        </p:blipFill>
        <p:spPr>
          <a:xfrm>
            <a:off x="6473952" y="2551176"/>
            <a:ext cx="4535424" cy="256032"/>
          </a:xfrm>
          <a:prstGeom prst="rect">
            <a:avLst/>
          </a:prstGeom>
        </p:spPr>
      </p:pic>
      <p:pic>
        <p:nvPicPr>
          <p:cNvPr id="55" name="Image 10" descr="preencoded.png">    </p:cNvPr>
          <p:cNvPicPr>
            <a:picLocks noChangeAspect="1"/>
          </p:cNvPicPr>
          <p:nvPr/>
        </p:nvPicPr>
        <p:blipFill>
          <a:blip r:embed="rId11"/>
          <a:stretch>
            <a:fillRect/>
          </a:stretch>
        </p:blipFill>
        <p:spPr>
          <a:xfrm>
            <a:off x="914400" y="3758184"/>
            <a:ext cx="2286000" cy="246888"/>
          </a:xfrm>
          <a:prstGeom prst="rect">
            <a:avLst/>
          </a:prstGeom>
        </p:spPr>
      </p:pic>
      <p:pic>
        <p:nvPicPr>
          <p:cNvPr id="56" name="Image 11" descr="preencoded.png">    </p:cNvPr>
          <p:cNvPicPr>
            <a:picLocks noChangeAspect="1"/>
          </p:cNvPicPr>
          <p:nvPr/>
        </p:nvPicPr>
        <p:blipFill>
          <a:blip r:embed="rId12"/>
          <a:stretch>
            <a:fillRect/>
          </a:stretch>
        </p:blipFill>
        <p:spPr>
          <a:xfrm>
            <a:off x="914400" y="4142232"/>
            <a:ext cx="4535424" cy="329184"/>
          </a:xfrm>
          <a:prstGeom prst="rect">
            <a:avLst/>
          </a:prstGeom>
        </p:spPr>
      </p:pic>
      <p:pic>
        <p:nvPicPr>
          <p:cNvPr id="57" name="Image 12" descr="preencoded.png">    </p:cNvPr>
          <p:cNvPicPr>
            <a:picLocks noChangeAspect="1"/>
          </p:cNvPicPr>
          <p:nvPr/>
        </p:nvPicPr>
        <p:blipFill>
          <a:blip r:embed="rId13"/>
          <a:stretch>
            <a:fillRect/>
          </a:stretch>
        </p:blipFill>
        <p:spPr>
          <a:xfrm>
            <a:off x="914400" y="4636008"/>
            <a:ext cx="4535424" cy="256032"/>
          </a:xfrm>
          <a:prstGeom prst="rect">
            <a:avLst/>
          </a:prstGeom>
        </p:spPr>
      </p:pic>
      <p:pic>
        <p:nvPicPr>
          <p:cNvPr id="58" name="Image 13" descr="preencoded.png">    </p:cNvPr>
          <p:cNvPicPr>
            <a:picLocks noChangeAspect="1"/>
          </p:cNvPicPr>
          <p:nvPr/>
        </p:nvPicPr>
        <p:blipFill>
          <a:blip r:embed="rId14"/>
          <a:stretch>
            <a:fillRect/>
          </a:stretch>
        </p:blipFill>
        <p:spPr>
          <a:xfrm>
            <a:off x="6473952" y="3758184"/>
            <a:ext cx="2286000" cy="246888"/>
          </a:xfrm>
          <a:prstGeom prst="rect">
            <a:avLst/>
          </a:prstGeom>
        </p:spPr>
      </p:pic>
      <p:pic>
        <p:nvPicPr>
          <p:cNvPr id="59" name="Image 14" descr="preencoded.png">    </p:cNvPr>
          <p:cNvPicPr>
            <a:picLocks noChangeAspect="1"/>
          </p:cNvPicPr>
          <p:nvPr/>
        </p:nvPicPr>
        <p:blipFill>
          <a:blip r:embed="rId15"/>
          <a:stretch>
            <a:fillRect/>
          </a:stretch>
        </p:blipFill>
        <p:spPr>
          <a:xfrm>
            <a:off x="6473952" y="4142232"/>
            <a:ext cx="4535424" cy="329184"/>
          </a:xfrm>
          <a:prstGeom prst="rect">
            <a:avLst/>
          </a:prstGeom>
        </p:spPr>
      </p:pic>
      <p:pic>
        <p:nvPicPr>
          <p:cNvPr id="60" name="Image 15" descr="preencoded.png">    </p:cNvPr>
          <p:cNvPicPr>
            <a:picLocks noChangeAspect="1"/>
          </p:cNvPicPr>
          <p:nvPr/>
        </p:nvPicPr>
        <p:blipFill>
          <a:blip r:embed="rId16"/>
          <a:stretch>
            <a:fillRect/>
          </a:stretch>
        </p:blipFill>
        <p:spPr>
          <a:xfrm>
            <a:off x="6473952" y="4636008"/>
            <a:ext cx="4535424" cy="256032"/>
          </a:xfrm>
          <a:prstGeom prst="rect">
            <a:avLst/>
          </a:prstGeom>
        </p:spPr>
      </p:pic>
      <p:pic>
        <p:nvPicPr>
          <p:cNvPr id="61" name="Image 16" descr="preencoded.png">    </p:cNvPr>
          <p:cNvPicPr>
            <a:picLocks noChangeAspect="1"/>
          </p:cNvPicPr>
          <p:nvPr/>
        </p:nvPicPr>
        <p:blipFill>
          <a:blip r:embed="rId17"/>
          <a:stretch>
            <a:fillRect/>
          </a:stretch>
        </p:blipFill>
        <p:spPr>
          <a:xfrm>
            <a:off x="2267712" y="5760720"/>
            <a:ext cx="7662672" cy="2743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5F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DCE8EB">
                <a:alpha val="75000"/>
              </a:srgbClr>
            </a:solidFill>
            <a:prstDash val="solid"/>
          </a:ln>
        </p:spPr>
      </p:sp>
      <p:sp>
        <p:nvSpPr>
          <p:cNvPr id="3" name="Shape 1"/>
          <p:cNvSpPr/>
          <p:nvPr/>
        </p:nvSpPr>
        <p:spPr>
          <a:xfrm>
            <a:off x="612648" y="0"/>
            <a:ext cx="0" cy="6858000"/>
          </a:xfrm>
          <a:prstGeom prst="line">
            <a:avLst/>
          </a:prstGeom>
          <a:noFill/>
          <a:ln w="4445">
            <a:solidFill>
              <a:srgbClr val="DCE8EB">
                <a:alpha val="75000"/>
              </a:srgbClr>
            </a:solidFill>
            <a:prstDash val="solid"/>
          </a:ln>
        </p:spPr>
      </p:sp>
      <p:sp>
        <p:nvSpPr>
          <p:cNvPr id="4" name="Shape 2"/>
          <p:cNvSpPr/>
          <p:nvPr/>
        </p:nvSpPr>
        <p:spPr>
          <a:xfrm>
            <a:off x="1225296" y="0"/>
            <a:ext cx="0" cy="6858000"/>
          </a:xfrm>
          <a:prstGeom prst="line">
            <a:avLst/>
          </a:prstGeom>
          <a:noFill/>
          <a:ln w="4445">
            <a:solidFill>
              <a:srgbClr val="DCE8EB">
                <a:alpha val="75000"/>
              </a:srgbClr>
            </a:solidFill>
            <a:prstDash val="solid"/>
          </a:ln>
        </p:spPr>
      </p:sp>
      <p:sp>
        <p:nvSpPr>
          <p:cNvPr id="5" name="Shape 3"/>
          <p:cNvSpPr/>
          <p:nvPr/>
        </p:nvSpPr>
        <p:spPr>
          <a:xfrm>
            <a:off x="1837944" y="0"/>
            <a:ext cx="0" cy="6858000"/>
          </a:xfrm>
          <a:prstGeom prst="line">
            <a:avLst/>
          </a:prstGeom>
          <a:noFill/>
          <a:ln w="4445">
            <a:solidFill>
              <a:srgbClr val="DCE8EB">
                <a:alpha val="75000"/>
              </a:srgbClr>
            </a:solidFill>
            <a:prstDash val="solid"/>
          </a:ln>
        </p:spPr>
      </p:sp>
      <p:sp>
        <p:nvSpPr>
          <p:cNvPr id="6" name="Shape 4"/>
          <p:cNvSpPr/>
          <p:nvPr/>
        </p:nvSpPr>
        <p:spPr>
          <a:xfrm>
            <a:off x="2450592" y="0"/>
            <a:ext cx="0" cy="6858000"/>
          </a:xfrm>
          <a:prstGeom prst="line">
            <a:avLst/>
          </a:prstGeom>
          <a:noFill/>
          <a:ln w="4445">
            <a:solidFill>
              <a:srgbClr val="DCE8EB">
                <a:alpha val="75000"/>
              </a:srgbClr>
            </a:solidFill>
            <a:prstDash val="solid"/>
          </a:ln>
        </p:spPr>
      </p:sp>
      <p:sp>
        <p:nvSpPr>
          <p:cNvPr id="7" name="Shape 5"/>
          <p:cNvSpPr/>
          <p:nvPr/>
        </p:nvSpPr>
        <p:spPr>
          <a:xfrm>
            <a:off x="3063240" y="0"/>
            <a:ext cx="0" cy="6858000"/>
          </a:xfrm>
          <a:prstGeom prst="line">
            <a:avLst/>
          </a:prstGeom>
          <a:noFill/>
          <a:ln w="4445">
            <a:solidFill>
              <a:srgbClr val="DCE8EB">
                <a:alpha val="75000"/>
              </a:srgbClr>
            </a:solidFill>
            <a:prstDash val="solid"/>
          </a:ln>
        </p:spPr>
      </p:sp>
      <p:sp>
        <p:nvSpPr>
          <p:cNvPr id="8" name="Shape 6"/>
          <p:cNvSpPr/>
          <p:nvPr/>
        </p:nvSpPr>
        <p:spPr>
          <a:xfrm>
            <a:off x="3675888" y="0"/>
            <a:ext cx="0" cy="6858000"/>
          </a:xfrm>
          <a:prstGeom prst="line">
            <a:avLst/>
          </a:prstGeom>
          <a:noFill/>
          <a:ln w="4445">
            <a:solidFill>
              <a:srgbClr val="DCE8EB">
                <a:alpha val="75000"/>
              </a:srgbClr>
            </a:solidFill>
            <a:prstDash val="solid"/>
          </a:ln>
        </p:spPr>
      </p:sp>
      <p:sp>
        <p:nvSpPr>
          <p:cNvPr id="9" name="Shape 7"/>
          <p:cNvSpPr/>
          <p:nvPr/>
        </p:nvSpPr>
        <p:spPr>
          <a:xfrm>
            <a:off x="4288536" y="0"/>
            <a:ext cx="0" cy="6858000"/>
          </a:xfrm>
          <a:prstGeom prst="line">
            <a:avLst/>
          </a:prstGeom>
          <a:noFill/>
          <a:ln w="4445">
            <a:solidFill>
              <a:srgbClr val="DCE8EB">
                <a:alpha val="75000"/>
              </a:srgbClr>
            </a:solidFill>
            <a:prstDash val="solid"/>
          </a:ln>
        </p:spPr>
      </p:sp>
      <p:sp>
        <p:nvSpPr>
          <p:cNvPr id="10" name="Shape 8"/>
          <p:cNvSpPr/>
          <p:nvPr/>
        </p:nvSpPr>
        <p:spPr>
          <a:xfrm>
            <a:off x="4901184" y="0"/>
            <a:ext cx="0" cy="6858000"/>
          </a:xfrm>
          <a:prstGeom prst="line">
            <a:avLst/>
          </a:prstGeom>
          <a:noFill/>
          <a:ln w="4445">
            <a:solidFill>
              <a:srgbClr val="DCE8EB">
                <a:alpha val="75000"/>
              </a:srgbClr>
            </a:solidFill>
            <a:prstDash val="solid"/>
          </a:ln>
        </p:spPr>
      </p:sp>
      <p:sp>
        <p:nvSpPr>
          <p:cNvPr id="11" name="Shape 9"/>
          <p:cNvSpPr/>
          <p:nvPr/>
        </p:nvSpPr>
        <p:spPr>
          <a:xfrm>
            <a:off x="5513832" y="0"/>
            <a:ext cx="0" cy="6858000"/>
          </a:xfrm>
          <a:prstGeom prst="line">
            <a:avLst/>
          </a:prstGeom>
          <a:noFill/>
          <a:ln w="4445">
            <a:solidFill>
              <a:srgbClr val="DCE8EB">
                <a:alpha val="75000"/>
              </a:srgbClr>
            </a:solidFill>
            <a:prstDash val="solid"/>
          </a:ln>
        </p:spPr>
      </p:sp>
      <p:sp>
        <p:nvSpPr>
          <p:cNvPr id="12" name="Shape 10"/>
          <p:cNvSpPr/>
          <p:nvPr/>
        </p:nvSpPr>
        <p:spPr>
          <a:xfrm>
            <a:off x="6126480" y="0"/>
            <a:ext cx="0" cy="6858000"/>
          </a:xfrm>
          <a:prstGeom prst="line">
            <a:avLst/>
          </a:prstGeom>
          <a:noFill/>
          <a:ln w="4445">
            <a:solidFill>
              <a:srgbClr val="DCE8EB">
                <a:alpha val="75000"/>
              </a:srgbClr>
            </a:solidFill>
            <a:prstDash val="solid"/>
          </a:ln>
        </p:spPr>
      </p:sp>
      <p:sp>
        <p:nvSpPr>
          <p:cNvPr id="13" name="Shape 11"/>
          <p:cNvSpPr/>
          <p:nvPr/>
        </p:nvSpPr>
        <p:spPr>
          <a:xfrm>
            <a:off x="6739128" y="0"/>
            <a:ext cx="0" cy="6858000"/>
          </a:xfrm>
          <a:prstGeom prst="line">
            <a:avLst/>
          </a:prstGeom>
          <a:noFill/>
          <a:ln w="4445">
            <a:solidFill>
              <a:srgbClr val="DCE8EB">
                <a:alpha val="75000"/>
              </a:srgbClr>
            </a:solidFill>
            <a:prstDash val="solid"/>
          </a:ln>
        </p:spPr>
      </p:sp>
      <p:sp>
        <p:nvSpPr>
          <p:cNvPr id="14" name="Shape 12"/>
          <p:cNvSpPr/>
          <p:nvPr/>
        </p:nvSpPr>
        <p:spPr>
          <a:xfrm>
            <a:off x="7351776" y="0"/>
            <a:ext cx="0" cy="6858000"/>
          </a:xfrm>
          <a:prstGeom prst="line">
            <a:avLst/>
          </a:prstGeom>
          <a:noFill/>
          <a:ln w="4445">
            <a:solidFill>
              <a:srgbClr val="DCE8EB">
                <a:alpha val="75000"/>
              </a:srgbClr>
            </a:solidFill>
            <a:prstDash val="solid"/>
          </a:ln>
        </p:spPr>
      </p:sp>
      <p:sp>
        <p:nvSpPr>
          <p:cNvPr id="15" name="Shape 13"/>
          <p:cNvSpPr/>
          <p:nvPr/>
        </p:nvSpPr>
        <p:spPr>
          <a:xfrm>
            <a:off x="7964424" y="0"/>
            <a:ext cx="0" cy="6858000"/>
          </a:xfrm>
          <a:prstGeom prst="line">
            <a:avLst/>
          </a:prstGeom>
          <a:noFill/>
          <a:ln w="4445">
            <a:solidFill>
              <a:srgbClr val="DCE8EB">
                <a:alpha val="75000"/>
              </a:srgbClr>
            </a:solidFill>
            <a:prstDash val="solid"/>
          </a:ln>
        </p:spPr>
      </p:sp>
      <p:sp>
        <p:nvSpPr>
          <p:cNvPr id="16" name="Shape 14"/>
          <p:cNvSpPr/>
          <p:nvPr/>
        </p:nvSpPr>
        <p:spPr>
          <a:xfrm>
            <a:off x="8577072" y="0"/>
            <a:ext cx="0" cy="6858000"/>
          </a:xfrm>
          <a:prstGeom prst="line">
            <a:avLst/>
          </a:prstGeom>
          <a:noFill/>
          <a:ln w="4445">
            <a:solidFill>
              <a:srgbClr val="DCE8EB">
                <a:alpha val="75000"/>
              </a:srgbClr>
            </a:solidFill>
            <a:prstDash val="solid"/>
          </a:ln>
        </p:spPr>
      </p:sp>
      <p:sp>
        <p:nvSpPr>
          <p:cNvPr id="17" name="Shape 15"/>
          <p:cNvSpPr/>
          <p:nvPr/>
        </p:nvSpPr>
        <p:spPr>
          <a:xfrm>
            <a:off x="9189720" y="0"/>
            <a:ext cx="0" cy="6858000"/>
          </a:xfrm>
          <a:prstGeom prst="line">
            <a:avLst/>
          </a:prstGeom>
          <a:noFill/>
          <a:ln w="4445">
            <a:solidFill>
              <a:srgbClr val="DCE8EB">
                <a:alpha val="75000"/>
              </a:srgbClr>
            </a:solidFill>
            <a:prstDash val="solid"/>
          </a:ln>
        </p:spPr>
      </p:sp>
      <p:sp>
        <p:nvSpPr>
          <p:cNvPr id="18" name="Shape 16"/>
          <p:cNvSpPr/>
          <p:nvPr/>
        </p:nvSpPr>
        <p:spPr>
          <a:xfrm>
            <a:off x="9802368" y="0"/>
            <a:ext cx="0" cy="6858000"/>
          </a:xfrm>
          <a:prstGeom prst="line">
            <a:avLst/>
          </a:prstGeom>
          <a:noFill/>
          <a:ln w="4445">
            <a:solidFill>
              <a:srgbClr val="DCE8EB">
                <a:alpha val="75000"/>
              </a:srgbClr>
            </a:solidFill>
            <a:prstDash val="solid"/>
          </a:ln>
        </p:spPr>
      </p:sp>
      <p:sp>
        <p:nvSpPr>
          <p:cNvPr id="19" name="Shape 17"/>
          <p:cNvSpPr/>
          <p:nvPr/>
        </p:nvSpPr>
        <p:spPr>
          <a:xfrm>
            <a:off x="10415016" y="0"/>
            <a:ext cx="0" cy="6858000"/>
          </a:xfrm>
          <a:prstGeom prst="line">
            <a:avLst/>
          </a:prstGeom>
          <a:noFill/>
          <a:ln w="4445">
            <a:solidFill>
              <a:srgbClr val="DCE8EB">
                <a:alpha val="75000"/>
              </a:srgbClr>
            </a:solidFill>
            <a:prstDash val="solid"/>
          </a:ln>
        </p:spPr>
      </p:sp>
      <p:sp>
        <p:nvSpPr>
          <p:cNvPr id="20" name="Shape 18"/>
          <p:cNvSpPr/>
          <p:nvPr/>
        </p:nvSpPr>
        <p:spPr>
          <a:xfrm>
            <a:off x="11027664" y="0"/>
            <a:ext cx="0" cy="6858000"/>
          </a:xfrm>
          <a:prstGeom prst="line">
            <a:avLst/>
          </a:prstGeom>
          <a:noFill/>
          <a:ln w="4445">
            <a:solidFill>
              <a:srgbClr val="DCE8EB">
                <a:alpha val="75000"/>
              </a:srgbClr>
            </a:solidFill>
            <a:prstDash val="solid"/>
          </a:ln>
        </p:spPr>
      </p:sp>
      <p:sp>
        <p:nvSpPr>
          <p:cNvPr id="21" name="Shape 19"/>
          <p:cNvSpPr/>
          <p:nvPr/>
        </p:nvSpPr>
        <p:spPr>
          <a:xfrm>
            <a:off x="11640312" y="0"/>
            <a:ext cx="0" cy="6858000"/>
          </a:xfrm>
          <a:prstGeom prst="line">
            <a:avLst/>
          </a:prstGeom>
          <a:noFill/>
          <a:ln w="4445">
            <a:solidFill>
              <a:srgbClr val="DCE8EB">
                <a:alpha val="75000"/>
              </a:srgbClr>
            </a:solidFill>
            <a:prstDash val="solid"/>
          </a:ln>
        </p:spPr>
      </p:sp>
      <p:sp>
        <p:nvSpPr>
          <p:cNvPr id="22" name="Shape 20"/>
          <p:cNvSpPr/>
          <p:nvPr/>
        </p:nvSpPr>
        <p:spPr>
          <a:xfrm>
            <a:off x="0" y="0"/>
            <a:ext cx="12191695" cy="0"/>
          </a:xfrm>
          <a:prstGeom prst="line">
            <a:avLst/>
          </a:prstGeom>
          <a:noFill/>
          <a:ln w="4445">
            <a:solidFill>
              <a:srgbClr val="DCE8EB">
                <a:alpha val="75000"/>
              </a:srgbClr>
            </a:solidFill>
            <a:prstDash val="solid"/>
          </a:ln>
        </p:spPr>
      </p:sp>
      <p:sp>
        <p:nvSpPr>
          <p:cNvPr id="23" name="Shape 21"/>
          <p:cNvSpPr/>
          <p:nvPr/>
        </p:nvSpPr>
        <p:spPr>
          <a:xfrm>
            <a:off x="0" y="457200"/>
            <a:ext cx="12191695" cy="0"/>
          </a:xfrm>
          <a:prstGeom prst="line">
            <a:avLst/>
          </a:prstGeom>
          <a:noFill/>
          <a:ln w="4445">
            <a:solidFill>
              <a:srgbClr val="DCE8EB">
                <a:alpha val="75000"/>
              </a:srgbClr>
            </a:solidFill>
            <a:prstDash val="solid"/>
          </a:ln>
        </p:spPr>
      </p:sp>
      <p:sp>
        <p:nvSpPr>
          <p:cNvPr id="24" name="Shape 22"/>
          <p:cNvSpPr/>
          <p:nvPr/>
        </p:nvSpPr>
        <p:spPr>
          <a:xfrm>
            <a:off x="0" y="914400"/>
            <a:ext cx="12191695" cy="0"/>
          </a:xfrm>
          <a:prstGeom prst="line">
            <a:avLst/>
          </a:prstGeom>
          <a:noFill/>
          <a:ln w="4445">
            <a:solidFill>
              <a:srgbClr val="DCE8EB">
                <a:alpha val="75000"/>
              </a:srgbClr>
            </a:solidFill>
            <a:prstDash val="solid"/>
          </a:ln>
        </p:spPr>
      </p:sp>
      <p:sp>
        <p:nvSpPr>
          <p:cNvPr id="25" name="Shape 23"/>
          <p:cNvSpPr/>
          <p:nvPr/>
        </p:nvSpPr>
        <p:spPr>
          <a:xfrm>
            <a:off x="0" y="1371600"/>
            <a:ext cx="12191695" cy="0"/>
          </a:xfrm>
          <a:prstGeom prst="line">
            <a:avLst/>
          </a:prstGeom>
          <a:noFill/>
          <a:ln w="4445">
            <a:solidFill>
              <a:srgbClr val="DCE8EB">
                <a:alpha val="75000"/>
              </a:srgbClr>
            </a:solidFill>
            <a:prstDash val="solid"/>
          </a:ln>
        </p:spPr>
      </p:sp>
      <p:sp>
        <p:nvSpPr>
          <p:cNvPr id="26" name="Shape 24"/>
          <p:cNvSpPr/>
          <p:nvPr/>
        </p:nvSpPr>
        <p:spPr>
          <a:xfrm>
            <a:off x="0" y="1828800"/>
            <a:ext cx="12191695" cy="0"/>
          </a:xfrm>
          <a:prstGeom prst="line">
            <a:avLst/>
          </a:prstGeom>
          <a:noFill/>
          <a:ln w="4445">
            <a:solidFill>
              <a:srgbClr val="DCE8EB">
                <a:alpha val="75000"/>
              </a:srgbClr>
            </a:solidFill>
            <a:prstDash val="solid"/>
          </a:ln>
        </p:spPr>
      </p:sp>
      <p:sp>
        <p:nvSpPr>
          <p:cNvPr id="27" name="Shape 25"/>
          <p:cNvSpPr/>
          <p:nvPr/>
        </p:nvSpPr>
        <p:spPr>
          <a:xfrm>
            <a:off x="0" y="2286000"/>
            <a:ext cx="12191695" cy="0"/>
          </a:xfrm>
          <a:prstGeom prst="line">
            <a:avLst/>
          </a:prstGeom>
          <a:noFill/>
          <a:ln w="4445">
            <a:solidFill>
              <a:srgbClr val="DCE8EB">
                <a:alpha val="75000"/>
              </a:srgbClr>
            </a:solidFill>
            <a:prstDash val="solid"/>
          </a:ln>
        </p:spPr>
      </p:sp>
      <p:sp>
        <p:nvSpPr>
          <p:cNvPr id="28" name="Shape 26"/>
          <p:cNvSpPr/>
          <p:nvPr/>
        </p:nvSpPr>
        <p:spPr>
          <a:xfrm>
            <a:off x="0" y="2743200"/>
            <a:ext cx="12191695" cy="0"/>
          </a:xfrm>
          <a:prstGeom prst="line">
            <a:avLst/>
          </a:prstGeom>
          <a:noFill/>
          <a:ln w="4445">
            <a:solidFill>
              <a:srgbClr val="DCE8EB">
                <a:alpha val="75000"/>
              </a:srgbClr>
            </a:solidFill>
            <a:prstDash val="solid"/>
          </a:ln>
        </p:spPr>
      </p:sp>
      <p:sp>
        <p:nvSpPr>
          <p:cNvPr id="29" name="Shape 27"/>
          <p:cNvSpPr/>
          <p:nvPr/>
        </p:nvSpPr>
        <p:spPr>
          <a:xfrm>
            <a:off x="0" y="3200400"/>
            <a:ext cx="12191695" cy="0"/>
          </a:xfrm>
          <a:prstGeom prst="line">
            <a:avLst/>
          </a:prstGeom>
          <a:noFill/>
          <a:ln w="4445">
            <a:solidFill>
              <a:srgbClr val="DCE8EB">
                <a:alpha val="75000"/>
              </a:srgbClr>
            </a:solidFill>
            <a:prstDash val="solid"/>
          </a:ln>
        </p:spPr>
      </p:sp>
      <p:sp>
        <p:nvSpPr>
          <p:cNvPr id="30" name="Shape 28"/>
          <p:cNvSpPr/>
          <p:nvPr/>
        </p:nvSpPr>
        <p:spPr>
          <a:xfrm>
            <a:off x="0" y="3657600"/>
            <a:ext cx="12191695" cy="0"/>
          </a:xfrm>
          <a:prstGeom prst="line">
            <a:avLst/>
          </a:prstGeom>
          <a:noFill/>
          <a:ln w="4445">
            <a:solidFill>
              <a:srgbClr val="DCE8EB">
                <a:alpha val="75000"/>
              </a:srgbClr>
            </a:solidFill>
            <a:prstDash val="solid"/>
          </a:ln>
        </p:spPr>
      </p:sp>
      <p:sp>
        <p:nvSpPr>
          <p:cNvPr id="31" name="Shape 29"/>
          <p:cNvSpPr/>
          <p:nvPr/>
        </p:nvSpPr>
        <p:spPr>
          <a:xfrm>
            <a:off x="0" y="4114800"/>
            <a:ext cx="12191695" cy="0"/>
          </a:xfrm>
          <a:prstGeom prst="line">
            <a:avLst/>
          </a:prstGeom>
          <a:noFill/>
          <a:ln w="4445">
            <a:solidFill>
              <a:srgbClr val="DCE8EB">
                <a:alpha val="75000"/>
              </a:srgbClr>
            </a:solidFill>
            <a:prstDash val="solid"/>
          </a:ln>
        </p:spPr>
      </p:sp>
      <p:sp>
        <p:nvSpPr>
          <p:cNvPr id="32" name="Shape 30"/>
          <p:cNvSpPr/>
          <p:nvPr/>
        </p:nvSpPr>
        <p:spPr>
          <a:xfrm>
            <a:off x="0" y="4572000"/>
            <a:ext cx="12191695" cy="0"/>
          </a:xfrm>
          <a:prstGeom prst="line">
            <a:avLst/>
          </a:prstGeom>
          <a:noFill/>
          <a:ln w="4445">
            <a:solidFill>
              <a:srgbClr val="DCE8EB">
                <a:alpha val="75000"/>
              </a:srgbClr>
            </a:solidFill>
            <a:prstDash val="solid"/>
          </a:ln>
        </p:spPr>
      </p:sp>
      <p:sp>
        <p:nvSpPr>
          <p:cNvPr id="33" name="Shape 31"/>
          <p:cNvSpPr/>
          <p:nvPr/>
        </p:nvSpPr>
        <p:spPr>
          <a:xfrm>
            <a:off x="0" y="5029200"/>
            <a:ext cx="12191695" cy="0"/>
          </a:xfrm>
          <a:prstGeom prst="line">
            <a:avLst/>
          </a:prstGeom>
          <a:noFill/>
          <a:ln w="4445">
            <a:solidFill>
              <a:srgbClr val="DCE8EB">
                <a:alpha val="75000"/>
              </a:srgbClr>
            </a:solidFill>
            <a:prstDash val="solid"/>
          </a:ln>
        </p:spPr>
      </p:sp>
      <p:sp>
        <p:nvSpPr>
          <p:cNvPr id="34" name="Shape 32"/>
          <p:cNvSpPr/>
          <p:nvPr/>
        </p:nvSpPr>
        <p:spPr>
          <a:xfrm>
            <a:off x="0" y="5486400"/>
            <a:ext cx="12191695" cy="0"/>
          </a:xfrm>
          <a:prstGeom prst="line">
            <a:avLst/>
          </a:prstGeom>
          <a:noFill/>
          <a:ln w="4445">
            <a:solidFill>
              <a:srgbClr val="DCE8EB">
                <a:alpha val="75000"/>
              </a:srgbClr>
            </a:solidFill>
            <a:prstDash val="solid"/>
          </a:ln>
        </p:spPr>
      </p:sp>
      <p:sp>
        <p:nvSpPr>
          <p:cNvPr id="35" name="Shape 33"/>
          <p:cNvSpPr/>
          <p:nvPr/>
        </p:nvSpPr>
        <p:spPr>
          <a:xfrm>
            <a:off x="0" y="5943600"/>
            <a:ext cx="12191695" cy="0"/>
          </a:xfrm>
          <a:prstGeom prst="line">
            <a:avLst/>
          </a:prstGeom>
          <a:noFill/>
          <a:ln w="4445">
            <a:solidFill>
              <a:srgbClr val="DCE8EB">
                <a:alpha val="75000"/>
              </a:srgbClr>
            </a:solidFill>
            <a:prstDash val="solid"/>
          </a:ln>
        </p:spPr>
      </p:sp>
      <p:sp>
        <p:nvSpPr>
          <p:cNvPr id="36" name="Shape 34"/>
          <p:cNvSpPr/>
          <p:nvPr/>
        </p:nvSpPr>
        <p:spPr>
          <a:xfrm>
            <a:off x="0" y="6400800"/>
            <a:ext cx="12191695" cy="0"/>
          </a:xfrm>
          <a:prstGeom prst="line">
            <a:avLst/>
          </a:prstGeom>
          <a:noFill/>
          <a:ln w="4445">
            <a:solidFill>
              <a:srgbClr val="DCE8EB">
                <a:alpha val="75000"/>
              </a:srgbClr>
            </a:solidFill>
            <a:prstDash val="solid"/>
          </a:ln>
        </p:spPr>
      </p:sp>
      <p:sp>
        <p:nvSpPr>
          <p:cNvPr id="37" name="Shape 35"/>
          <p:cNvSpPr/>
          <p:nvPr/>
        </p:nvSpPr>
        <p:spPr>
          <a:xfrm>
            <a:off x="0" y="6858000"/>
            <a:ext cx="12191695" cy="0"/>
          </a:xfrm>
          <a:prstGeom prst="line">
            <a:avLst/>
          </a:prstGeom>
          <a:noFill/>
          <a:ln w="4445">
            <a:solidFill>
              <a:srgbClr val="DCE8EB">
                <a:alpha val="75000"/>
              </a:srgbClr>
            </a:solidFill>
            <a:prstDash val="solid"/>
          </a:ln>
        </p:spPr>
      </p:sp>
      <p:sp>
        <p:nvSpPr>
          <p:cNvPr id="38" name="Shape 36"/>
          <p:cNvSpPr/>
          <p:nvPr/>
        </p:nvSpPr>
        <p:spPr>
          <a:xfrm>
            <a:off x="0" y="0"/>
            <a:ext cx="128016" cy="6858000"/>
          </a:xfrm>
          <a:prstGeom prst="rect">
            <a:avLst/>
          </a:prstGeom>
          <a:solidFill>
            <a:srgbClr val="2DD4BF"/>
          </a:solidFill>
          <a:ln w="12700">
            <a:solidFill>
              <a:srgbClr val="2DD4BF">
                <a:alpha val="0"/>
              </a:srgbClr>
            </a:solidFill>
            <a:prstDash val="solid"/>
          </a:ln>
        </p:spPr>
      </p:sp>
      <p:sp>
        <p:nvSpPr>
          <p:cNvPr id="39" name="Shape 37"/>
          <p:cNvSpPr/>
          <p:nvPr/>
        </p:nvSpPr>
        <p:spPr>
          <a:xfrm>
            <a:off x="713232" y="1545336"/>
            <a:ext cx="2313432" cy="2029968"/>
          </a:xfrm>
          <a:prstGeom prst="roundRect">
            <a:avLst>
              <a:gd name="adj" fmla="val 2703"/>
            </a:avLst>
          </a:prstGeom>
          <a:solidFill>
            <a:srgbClr val="EDF2F4"/>
          </a:solidFill>
          <a:ln w="12700">
            <a:solidFill>
              <a:srgbClr val="A8BAC4"/>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1517904" y="1810512"/>
            <a:ext cx="713232" cy="713232"/>
          </a:xfrm>
          <a:prstGeom prst="ellipse">
            <a:avLst/>
          </a:prstGeom>
          <a:solidFill>
            <a:srgbClr val="A8BAC4"/>
          </a:solidFill>
          <a:ln w="12700">
            <a:solidFill>
              <a:srgbClr val="A8BAC4"/>
            </a:solidFill>
            <a:prstDash val="solid"/>
          </a:ln>
        </p:spPr>
      </p:sp>
      <p:sp>
        <p:nvSpPr>
          <p:cNvPr id="41" name="Shape 39"/>
          <p:cNvSpPr/>
          <p:nvPr/>
        </p:nvSpPr>
        <p:spPr>
          <a:xfrm>
            <a:off x="3108960" y="2423160"/>
            <a:ext cx="283464" cy="310896"/>
          </a:xfrm>
          <a:prstGeom prst="chevron">
            <a:avLst/>
          </a:prstGeom>
          <a:solidFill>
            <a:srgbClr val="0E8F87"/>
          </a:solidFill>
          <a:ln w="12700">
            <a:solidFill>
              <a:srgbClr val="0E8F87">
                <a:alpha val="0"/>
              </a:srgbClr>
            </a:solidFill>
            <a:prstDash val="solid"/>
          </a:ln>
        </p:spPr>
      </p:sp>
      <p:sp>
        <p:nvSpPr>
          <p:cNvPr id="42" name="Shape 40"/>
          <p:cNvSpPr/>
          <p:nvPr/>
        </p:nvSpPr>
        <p:spPr>
          <a:xfrm>
            <a:off x="3483864" y="1545336"/>
            <a:ext cx="2313432" cy="2029968"/>
          </a:xfrm>
          <a:prstGeom prst="roundRect">
            <a:avLst>
              <a:gd name="adj" fmla="val 2703"/>
            </a:avLst>
          </a:prstGeom>
          <a:solidFill>
            <a:srgbClr val="FFFFFF"/>
          </a:solidFill>
          <a:ln w="12700">
            <a:solidFill>
              <a:srgbClr val="0E8F87"/>
            </a:solidFill>
            <a:prstDash val="solid"/>
          </a:ln>
          <a:effectLst>
            <a:outerShdw sx="100000" sy="100000" kx="0" ky="0" algn="bl" rotWithShape="0" blurRad="12700" dist="50800" dir="2700000">
              <a:srgbClr val="000000">
                <a:alpha val="13000"/>
              </a:srgbClr>
            </a:outerShdw>
          </a:effectLst>
        </p:spPr>
      </p:sp>
      <p:sp>
        <p:nvSpPr>
          <p:cNvPr id="43" name="Shape 41"/>
          <p:cNvSpPr/>
          <p:nvPr/>
        </p:nvSpPr>
        <p:spPr>
          <a:xfrm>
            <a:off x="4288536" y="1810512"/>
            <a:ext cx="713232" cy="713232"/>
          </a:xfrm>
          <a:prstGeom prst="ellipse">
            <a:avLst/>
          </a:prstGeom>
          <a:solidFill>
            <a:srgbClr val="0E8F87"/>
          </a:solidFill>
          <a:ln w="12700">
            <a:solidFill>
              <a:srgbClr val="0E8F87"/>
            </a:solidFill>
            <a:prstDash val="solid"/>
          </a:ln>
        </p:spPr>
      </p:sp>
      <p:sp>
        <p:nvSpPr>
          <p:cNvPr id="44" name="Shape 42"/>
          <p:cNvSpPr/>
          <p:nvPr/>
        </p:nvSpPr>
        <p:spPr>
          <a:xfrm>
            <a:off x="5879592" y="2423160"/>
            <a:ext cx="283464" cy="310896"/>
          </a:xfrm>
          <a:prstGeom prst="chevron">
            <a:avLst/>
          </a:prstGeom>
          <a:solidFill>
            <a:srgbClr val="0E8F87"/>
          </a:solidFill>
          <a:ln w="12700">
            <a:solidFill>
              <a:srgbClr val="0E8F87">
                <a:alpha val="0"/>
              </a:srgbClr>
            </a:solidFill>
            <a:prstDash val="solid"/>
          </a:ln>
        </p:spPr>
      </p:sp>
      <p:sp>
        <p:nvSpPr>
          <p:cNvPr id="45" name="Shape 43"/>
          <p:cNvSpPr/>
          <p:nvPr/>
        </p:nvSpPr>
        <p:spPr>
          <a:xfrm>
            <a:off x="6254496" y="1545336"/>
            <a:ext cx="2313432" cy="2029968"/>
          </a:xfrm>
          <a:prstGeom prst="roundRect">
            <a:avLst>
              <a:gd name="adj" fmla="val 2703"/>
            </a:avLst>
          </a:prstGeom>
          <a:solidFill>
            <a:srgbClr val="FFFFFF"/>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6" name="Shape 44"/>
          <p:cNvSpPr/>
          <p:nvPr/>
        </p:nvSpPr>
        <p:spPr>
          <a:xfrm>
            <a:off x="7059168" y="1810512"/>
            <a:ext cx="713232" cy="713232"/>
          </a:xfrm>
          <a:prstGeom prst="ellipse">
            <a:avLst/>
          </a:prstGeom>
          <a:solidFill>
            <a:srgbClr val="FF8A4C"/>
          </a:solidFill>
          <a:ln w="12700">
            <a:solidFill>
              <a:srgbClr val="FF8A4C"/>
            </a:solidFill>
            <a:prstDash val="solid"/>
          </a:ln>
        </p:spPr>
      </p:sp>
      <p:sp>
        <p:nvSpPr>
          <p:cNvPr id="47" name="Shape 45"/>
          <p:cNvSpPr/>
          <p:nvPr/>
        </p:nvSpPr>
        <p:spPr>
          <a:xfrm>
            <a:off x="8650224" y="2423160"/>
            <a:ext cx="283464" cy="310896"/>
          </a:xfrm>
          <a:prstGeom prst="chevron">
            <a:avLst/>
          </a:prstGeom>
          <a:solidFill>
            <a:srgbClr val="0E8F87"/>
          </a:solidFill>
          <a:ln w="12700">
            <a:solidFill>
              <a:srgbClr val="0E8F87">
                <a:alpha val="0"/>
              </a:srgbClr>
            </a:solidFill>
            <a:prstDash val="solid"/>
          </a:ln>
        </p:spPr>
      </p:sp>
      <p:sp>
        <p:nvSpPr>
          <p:cNvPr id="48" name="Shape 46"/>
          <p:cNvSpPr/>
          <p:nvPr/>
        </p:nvSpPr>
        <p:spPr>
          <a:xfrm>
            <a:off x="9025128" y="1545336"/>
            <a:ext cx="2313432" cy="2029968"/>
          </a:xfrm>
          <a:prstGeom prst="roundRect">
            <a:avLst>
              <a:gd name="adj" fmla="val 2703"/>
            </a:avLst>
          </a:prstGeom>
          <a:solidFill>
            <a:srgbClr val="FFFFFF"/>
          </a:solidFill>
          <a:ln w="12700">
            <a:solidFill>
              <a:srgbClr val="B7F34A"/>
            </a:solidFill>
            <a:prstDash val="solid"/>
          </a:ln>
          <a:effectLst>
            <a:outerShdw sx="100000" sy="100000" kx="0" ky="0" algn="bl" rotWithShape="0" blurRad="12700" dist="50800" dir="2700000">
              <a:srgbClr val="000000">
                <a:alpha val="13000"/>
              </a:srgbClr>
            </a:outerShdw>
          </a:effectLst>
        </p:spPr>
      </p:sp>
      <p:sp>
        <p:nvSpPr>
          <p:cNvPr id="49" name="Shape 47"/>
          <p:cNvSpPr/>
          <p:nvPr/>
        </p:nvSpPr>
        <p:spPr>
          <a:xfrm>
            <a:off x="9829800" y="1810512"/>
            <a:ext cx="713232" cy="713232"/>
          </a:xfrm>
          <a:prstGeom prst="ellipse">
            <a:avLst/>
          </a:prstGeom>
          <a:solidFill>
            <a:srgbClr val="B7F34A"/>
          </a:solidFill>
          <a:ln w="12700">
            <a:solidFill>
              <a:srgbClr val="B7F34A"/>
            </a:solidFill>
            <a:prstDash val="solid"/>
          </a:ln>
        </p:spPr>
      </p:sp>
      <p:sp>
        <p:nvSpPr>
          <p:cNvPr id="50" name="Shape 48"/>
          <p:cNvSpPr/>
          <p:nvPr/>
        </p:nvSpPr>
        <p:spPr>
          <a:xfrm>
            <a:off x="868680" y="4297680"/>
            <a:ext cx="173736" cy="173736"/>
          </a:xfrm>
          <a:prstGeom prst="ellipse">
            <a:avLst/>
          </a:prstGeom>
          <a:solidFill>
            <a:srgbClr val="0E8F87"/>
          </a:solidFill>
          <a:ln w="12700">
            <a:solidFill>
              <a:srgbClr val="0E8F87"/>
            </a:solidFill>
            <a:prstDash val="solid"/>
          </a:ln>
        </p:spPr>
      </p:sp>
      <p:sp>
        <p:nvSpPr>
          <p:cNvPr id="51" name="Shape 49"/>
          <p:cNvSpPr/>
          <p:nvPr/>
        </p:nvSpPr>
        <p:spPr>
          <a:xfrm>
            <a:off x="4636008" y="4297680"/>
            <a:ext cx="173736" cy="173736"/>
          </a:xfrm>
          <a:prstGeom prst="ellipse">
            <a:avLst/>
          </a:prstGeom>
          <a:solidFill>
            <a:srgbClr val="0E8F87"/>
          </a:solidFill>
          <a:ln w="12700">
            <a:solidFill>
              <a:srgbClr val="0E8F87"/>
            </a:solidFill>
            <a:prstDash val="solid"/>
          </a:ln>
        </p:spPr>
      </p:sp>
      <p:sp>
        <p:nvSpPr>
          <p:cNvPr id="52" name="Shape 50"/>
          <p:cNvSpPr/>
          <p:nvPr/>
        </p:nvSpPr>
        <p:spPr>
          <a:xfrm>
            <a:off x="8403336" y="4297680"/>
            <a:ext cx="173736" cy="173736"/>
          </a:xfrm>
          <a:prstGeom prst="ellipse">
            <a:avLst/>
          </a:prstGeom>
          <a:solidFill>
            <a:srgbClr val="0E8F87"/>
          </a:solidFill>
          <a:ln w="12700">
            <a:solidFill>
              <a:srgbClr val="0E8F87"/>
            </a:solidFill>
            <a:prstDash val="solid"/>
          </a:ln>
        </p:spPr>
      </p:sp>
      <p:sp>
        <p:nvSpPr>
          <p:cNvPr id="53" name="Shape 51"/>
          <p:cNvSpPr/>
          <p:nvPr/>
        </p:nvSpPr>
        <p:spPr>
          <a:xfrm>
            <a:off x="868680" y="5010912"/>
            <a:ext cx="173736" cy="173736"/>
          </a:xfrm>
          <a:prstGeom prst="ellipse">
            <a:avLst/>
          </a:prstGeom>
          <a:solidFill>
            <a:srgbClr val="FF8A4C"/>
          </a:solidFill>
          <a:ln w="12700">
            <a:solidFill>
              <a:srgbClr val="FF8A4C"/>
            </a:solidFill>
            <a:prstDash val="solid"/>
          </a:ln>
        </p:spPr>
      </p:sp>
      <p:sp>
        <p:nvSpPr>
          <p:cNvPr id="54" name="Shape 52"/>
          <p:cNvSpPr/>
          <p:nvPr/>
        </p:nvSpPr>
        <p:spPr>
          <a:xfrm>
            <a:off x="4636008" y="5010912"/>
            <a:ext cx="173736" cy="173736"/>
          </a:xfrm>
          <a:prstGeom prst="ellipse">
            <a:avLst/>
          </a:prstGeom>
          <a:solidFill>
            <a:srgbClr val="FF8A4C"/>
          </a:solidFill>
          <a:ln w="12700">
            <a:solidFill>
              <a:srgbClr val="FF8A4C"/>
            </a:solidFill>
            <a:prstDash val="solid"/>
          </a:ln>
        </p:spPr>
      </p:sp>
      <p:sp>
        <p:nvSpPr>
          <p:cNvPr id="55" name="Shape 53"/>
          <p:cNvSpPr/>
          <p:nvPr/>
        </p:nvSpPr>
        <p:spPr>
          <a:xfrm>
            <a:off x="8403336" y="5010912"/>
            <a:ext cx="173736" cy="173736"/>
          </a:xfrm>
          <a:prstGeom prst="ellipse">
            <a:avLst/>
          </a:prstGeom>
          <a:solidFill>
            <a:srgbClr val="FF8A4C"/>
          </a:solidFill>
          <a:ln w="12700">
            <a:solidFill>
              <a:srgbClr val="FF8A4C"/>
            </a:solidFill>
            <a:prstDash val="solid"/>
          </a:ln>
        </p:spPr>
      </p:sp>
      <p:sp>
        <p:nvSpPr>
          <p:cNvPr id="56" name="Shape 54"/>
          <p:cNvSpPr/>
          <p:nvPr/>
        </p:nvSpPr>
        <p:spPr>
          <a:xfrm>
            <a:off x="1828800" y="5806440"/>
            <a:ext cx="8503920" cy="438912"/>
          </a:xfrm>
          <a:prstGeom prst="roundRect">
            <a:avLst>
              <a:gd name="adj" fmla="val 12500"/>
            </a:avLst>
          </a:prstGeom>
          <a:solidFill>
            <a:srgbClr val="081522"/>
          </a:solidFill>
          <a:ln w="12700">
            <a:solidFill>
              <a:srgbClr val="081522"/>
            </a:solidFill>
            <a:prstDash val="solid"/>
          </a:ln>
          <a:effectLst>
            <a:outerShdw sx="100000" sy="100000" kx="0" ky="0" algn="bl" rotWithShape="0" blurRad="12700" dist="50800" dir="2700000">
              <a:srgbClr val="000000">
                <a:alpha val="13000"/>
              </a:srgbClr>
            </a:outerShdw>
          </a:effectLst>
        </p:spPr>
      </p:sp>
      <p:pic>
        <p:nvPicPr>
          <p:cNvPr id="58" name="Image 0" descr="preencoded.png">    </p:cNvPr>
          <p:cNvPicPr>
            <a:picLocks noChangeAspect="1"/>
          </p:cNvPicPr>
          <p:nvPr/>
        </p:nvPicPr>
        <p:blipFill>
          <a:blip r:embed="rId1"/>
          <a:stretch>
            <a:fillRect/>
          </a:stretch>
        </p:blipFill>
        <p:spPr>
          <a:xfrm>
            <a:off x="502920" y="310896"/>
            <a:ext cx="5852160" cy="228600"/>
          </a:xfrm>
          <a:prstGeom prst="rect">
            <a:avLst/>
          </a:prstGeom>
        </p:spPr>
      </p:pic>
      <p:pic>
        <p:nvPicPr>
          <p:cNvPr id="59" name="Image 1" descr="preencoded.png">    </p:cNvPr>
          <p:cNvPicPr>
            <a:picLocks noChangeAspect="1"/>
          </p:cNvPicPr>
          <p:nvPr/>
        </p:nvPicPr>
        <p:blipFill>
          <a:blip r:embed="rId2"/>
          <a:stretch>
            <a:fillRect/>
          </a:stretch>
        </p:blipFill>
        <p:spPr>
          <a:xfrm>
            <a:off x="475488" y="621792"/>
            <a:ext cx="11064240" cy="612648"/>
          </a:xfrm>
          <a:prstGeom prst="rect">
            <a:avLst/>
          </a:prstGeom>
        </p:spPr>
      </p:pic>
      <p:pic>
        <p:nvPicPr>
          <p:cNvPr id="60" name="Image 2" descr="preencoded.png">    </p:cNvPr>
          <p:cNvPicPr>
            <a:picLocks noChangeAspect="1"/>
          </p:cNvPicPr>
          <p:nvPr/>
        </p:nvPicPr>
        <p:blipFill>
          <a:blip r:embed="rId3"/>
          <a:stretch>
            <a:fillRect/>
          </a:stretch>
        </p:blipFill>
        <p:spPr>
          <a:xfrm>
            <a:off x="438912" y="6510528"/>
            <a:ext cx="5303520" cy="164592"/>
          </a:xfrm>
          <a:prstGeom prst="rect">
            <a:avLst/>
          </a:prstGeom>
        </p:spPr>
      </p:pic>
      <p:pic>
        <p:nvPicPr>
          <p:cNvPr id="61" name="Image 3" descr="preencoded.png">    </p:cNvPr>
          <p:cNvPicPr>
            <a:picLocks noChangeAspect="1"/>
          </p:cNvPicPr>
          <p:nvPr/>
        </p:nvPicPr>
        <p:blipFill>
          <a:blip r:embed="rId4"/>
          <a:stretch>
            <a:fillRect/>
          </a:stretch>
        </p:blipFill>
        <p:spPr>
          <a:xfrm>
            <a:off x="11247120" y="6455664"/>
            <a:ext cx="475488" cy="228600"/>
          </a:xfrm>
          <a:prstGeom prst="rect">
            <a:avLst/>
          </a:prstGeom>
        </p:spPr>
      </p:pic>
      <p:pic>
        <p:nvPicPr>
          <p:cNvPr id="62" name="Image 4" descr="preencoded.png">    </p:cNvPr>
          <p:cNvPicPr>
            <a:picLocks noChangeAspect="1"/>
          </p:cNvPicPr>
          <p:nvPr/>
        </p:nvPicPr>
        <p:blipFill>
          <a:blip r:embed="rId5"/>
          <a:stretch>
            <a:fillRect/>
          </a:stretch>
        </p:blipFill>
        <p:spPr>
          <a:xfrm>
            <a:off x="1609344" y="1993392"/>
            <a:ext cx="530352" cy="228600"/>
          </a:xfrm>
          <a:prstGeom prst="rect">
            <a:avLst/>
          </a:prstGeom>
        </p:spPr>
      </p:pic>
      <p:pic>
        <p:nvPicPr>
          <p:cNvPr id="63" name="Image 5" descr="preencoded.png">    </p:cNvPr>
          <p:cNvPicPr>
            <a:picLocks noChangeAspect="1"/>
          </p:cNvPicPr>
          <p:nvPr/>
        </p:nvPicPr>
        <p:blipFill>
          <a:blip r:embed="rId6"/>
          <a:stretch>
            <a:fillRect/>
          </a:stretch>
        </p:blipFill>
        <p:spPr>
          <a:xfrm>
            <a:off x="941832" y="2743200"/>
            <a:ext cx="1856232" cy="274320"/>
          </a:xfrm>
          <a:prstGeom prst="rect">
            <a:avLst/>
          </a:prstGeom>
        </p:spPr>
      </p:pic>
      <p:pic>
        <p:nvPicPr>
          <p:cNvPr id="64" name="Image 6" descr="preencoded.png">    </p:cNvPr>
          <p:cNvPicPr>
            <a:picLocks noChangeAspect="1"/>
          </p:cNvPicPr>
          <p:nvPr/>
        </p:nvPicPr>
        <p:blipFill>
          <a:blip r:embed="rId7"/>
          <a:stretch>
            <a:fillRect/>
          </a:stretch>
        </p:blipFill>
        <p:spPr>
          <a:xfrm>
            <a:off x="941832" y="3136392"/>
            <a:ext cx="1856232" cy="228600"/>
          </a:xfrm>
          <a:prstGeom prst="rect">
            <a:avLst/>
          </a:prstGeom>
        </p:spPr>
      </p:pic>
      <p:pic>
        <p:nvPicPr>
          <p:cNvPr id="65" name="Image 7" descr="preencoded.png">    </p:cNvPr>
          <p:cNvPicPr>
            <a:picLocks noChangeAspect="1"/>
          </p:cNvPicPr>
          <p:nvPr/>
        </p:nvPicPr>
        <p:blipFill>
          <a:blip r:embed="rId8"/>
          <a:stretch>
            <a:fillRect/>
          </a:stretch>
        </p:blipFill>
        <p:spPr>
          <a:xfrm>
            <a:off x="4379976" y="1993392"/>
            <a:ext cx="530352" cy="228600"/>
          </a:xfrm>
          <a:prstGeom prst="rect">
            <a:avLst/>
          </a:prstGeom>
        </p:spPr>
      </p:pic>
      <p:pic>
        <p:nvPicPr>
          <p:cNvPr id="66" name="Image 8" descr="preencoded.png">    </p:cNvPr>
          <p:cNvPicPr>
            <a:picLocks noChangeAspect="1"/>
          </p:cNvPicPr>
          <p:nvPr/>
        </p:nvPicPr>
        <p:blipFill>
          <a:blip r:embed="rId9"/>
          <a:stretch>
            <a:fillRect/>
          </a:stretch>
        </p:blipFill>
        <p:spPr>
          <a:xfrm>
            <a:off x="3712464" y="2743200"/>
            <a:ext cx="1856232" cy="274320"/>
          </a:xfrm>
          <a:prstGeom prst="rect">
            <a:avLst/>
          </a:prstGeom>
        </p:spPr>
      </p:pic>
      <p:pic>
        <p:nvPicPr>
          <p:cNvPr id="67" name="Image 9" descr="preencoded.png">    </p:cNvPr>
          <p:cNvPicPr>
            <a:picLocks noChangeAspect="1"/>
          </p:cNvPicPr>
          <p:nvPr/>
        </p:nvPicPr>
        <p:blipFill>
          <a:blip r:embed="rId10"/>
          <a:stretch>
            <a:fillRect/>
          </a:stretch>
        </p:blipFill>
        <p:spPr>
          <a:xfrm>
            <a:off x="3712464" y="3136392"/>
            <a:ext cx="1856232" cy="228600"/>
          </a:xfrm>
          <a:prstGeom prst="rect">
            <a:avLst/>
          </a:prstGeom>
        </p:spPr>
      </p:pic>
      <p:pic>
        <p:nvPicPr>
          <p:cNvPr id="68" name="Image 10" descr="preencoded.png">    </p:cNvPr>
          <p:cNvPicPr>
            <a:picLocks noChangeAspect="1"/>
          </p:cNvPicPr>
          <p:nvPr/>
        </p:nvPicPr>
        <p:blipFill>
          <a:blip r:embed="rId11"/>
          <a:stretch>
            <a:fillRect/>
          </a:stretch>
        </p:blipFill>
        <p:spPr>
          <a:xfrm>
            <a:off x="7150608" y="1993392"/>
            <a:ext cx="530352" cy="228600"/>
          </a:xfrm>
          <a:prstGeom prst="rect">
            <a:avLst/>
          </a:prstGeom>
        </p:spPr>
      </p:pic>
      <p:pic>
        <p:nvPicPr>
          <p:cNvPr id="69" name="Image 11" descr="preencoded.png">    </p:cNvPr>
          <p:cNvPicPr>
            <a:picLocks noChangeAspect="1"/>
          </p:cNvPicPr>
          <p:nvPr/>
        </p:nvPicPr>
        <p:blipFill>
          <a:blip r:embed="rId12"/>
          <a:stretch>
            <a:fillRect/>
          </a:stretch>
        </p:blipFill>
        <p:spPr>
          <a:xfrm>
            <a:off x="6483096" y="2743200"/>
            <a:ext cx="1856232" cy="274320"/>
          </a:xfrm>
          <a:prstGeom prst="rect">
            <a:avLst/>
          </a:prstGeom>
        </p:spPr>
      </p:pic>
      <p:pic>
        <p:nvPicPr>
          <p:cNvPr id="70" name="Image 12" descr="preencoded.png">    </p:cNvPr>
          <p:cNvPicPr>
            <a:picLocks noChangeAspect="1"/>
          </p:cNvPicPr>
          <p:nvPr/>
        </p:nvPicPr>
        <p:blipFill>
          <a:blip r:embed="rId13"/>
          <a:stretch>
            <a:fillRect/>
          </a:stretch>
        </p:blipFill>
        <p:spPr>
          <a:xfrm>
            <a:off x="6483096" y="3136392"/>
            <a:ext cx="1856232" cy="228600"/>
          </a:xfrm>
          <a:prstGeom prst="rect">
            <a:avLst/>
          </a:prstGeom>
        </p:spPr>
      </p:pic>
      <p:pic>
        <p:nvPicPr>
          <p:cNvPr id="71" name="Image 13" descr="preencoded.png">    </p:cNvPr>
          <p:cNvPicPr>
            <a:picLocks noChangeAspect="1"/>
          </p:cNvPicPr>
          <p:nvPr/>
        </p:nvPicPr>
        <p:blipFill>
          <a:blip r:embed="rId14"/>
          <a:stretch>
            <a:fillRect/>
          </a:stretch>
        </p:blipFill>
        <p:spPr>
          <a:xfrm>
            <a:off x="9921240" y="1993392"/>
            <a:ext cx="530352" cy="228600"/>
          </a:xfrm>
          <a:prstGeom prst="rect">
            <a:avLst/>
          </a:prstGeom>
        </p:spPr>
      </p:pic>
      <p:pic>
        <p:nvPicPr>
          <p:cNvPr id="72" name="Image 14" descr="preencoded.png">    </p:cNvPr>
          <p:cNvPicPr>
            <a:picLocks noChangeAspect="1"/>
          </p:cNvPicPr>
          <p:nvPr/>
        </p:nvPicPr>
        <p:blipFill>
          <a:blip r:embed="rId15"/>
          <a:stretch>
            <a:fillRect/>
          </a:stretch>
        </p:blipFill>
        <p:spPr>
          <a:xfrm>
            <a:off x="9253728" y="2743200"/>
            <a:ext cx="1856232" cy="274320"/>
          </a:xfrm>
          <a:prstGeom prst="rect">
            <a:avLst/>
          </a:prstGeom>
        </p:spPr>
      </p:pic>
      <p:pic>
        <p:nvPicPr>
          <p:cNvPr id="73" name="Image 15" descr="preencoded.png">    </p:cNvPr>
          <p:cNvPicPr>
            <a:picLocks noChangeAspect="1"/>
          </p:cNvPicPr>
          <p:nvPr/>
        </p:nvPicPr>
        <p:blipFill>
          <a:blip r:embed="rId16"/>
          <a:stretch>
            <a:fillRect/>
          </a:stretch>
        </p:blipFill>
        <p:spPr>
          <a:xfrm>
            <a:off x="9253728" y="3136392"/>
            <a:ext cx="1856232" cy="228600"/>
          </a:xfrm>
          <a:prstGeom prst="rect">
            <a:avLst/>
          </a:prstGeom>
        </p:spPr>
      </p:pic>
      <p:pic>
        <p:nvPicPr>
          <p:cNvPr id="74" name="Image 16" descr="preencoded.png">    </p:cNvPr>
          <p:cNvPicPr>
            <a:picLocks noChangeAspect="1"/>
          </p:cNvPicPr>
          <p:nvPr/>
        </p:nvPicPr>
        <p:blipFill>
          <a:blip r:embed="rId17"/>
          <a:stretch>
            <a:fillRect/>
          </a:stretch>
        </p:blipFill>
        <p:spPr>
          <a:xfrm>
            <a:off x="1188720" y="4224528"/>
            <a:ext cx="3154680" cy="320040"/>
          </a:xfrm>
          <a:prstGeom prst="rect">
            <a:avLst/>
          </a:prstGeom>
        </p:spPr>
      </p:pic>
      <p:pic>
        <p:nvPicPr>
          <p:cNvPr id="75" name="Image 17" descr="preencoded.png">    </p:cNvPr>
          <p:cNvPicPr>
            <a:picLocks noChangeAspect="1"/>
          </p:cNvPicPr>
          <p:nvPr/>
        </p:nvPicPr>
        <p:blipFill>
          <a:blip r:embed="rId18"/>
          <a:stretch>
            <a:fillRect/>
          </a:stretch>
        </p:blipFill>
        <p:spPr>
          <a:xfrm>
            <a:off x="4956048" y="4224528"/>
            <a:ext cx="3154680" cy="320040"/>
          </a:xfrm>
          <a:prstGeom prst="rect">
            <a:avLst/>
          </a:prstGeom>
        </p:spPr>
      </p:pic>
      <p:pic>
        <p:nvPicPr>
          <p:cNvPr id="76" name="Image 18" descr="preencoded.png">    </p:cNvPr>
          <p:cNvPicPr>
            <a:picLocks noChangeAspect="1"/>
          </p:cNvPicPr>
          <p:nvPr/>
        </p:nvPicPr>
        <p:blipFill>
          <a:blip r:embed="rId19"/>
          <a:stretch>
            <a:fillRect/>
          </a:stretch>
        </p:blipFill>
        <p:spPr>
          <a:xfrm>
            <a:off x="8723376" y="4224528"/>
            <a:ext cx="3154680" cy="320040"/>
          </a:xfrm>
          <a:prstGeom prst="rect">
            <a:avLst/>
          </a:prstGeom>
        </p:spPr>
      </p:pic>
      <p:pic>
        <p:nvPicPr>
          <p:cNvPr id="77" name="Image 19" descr="preencoded.png">    </p:cNvPr>
          <p:cNvPicPr>
            <a:picLocks noChangeAspect="1"/>
          </p:cNvPicPr>
          <p:nvPr/>
        </p:nvPicPr>
        <p:blipFill>
          <a:blip r:embed="rId20"/>
          <a:stretch>
            <a:fillRect/>
          </a:stretch>
        </p:blipFill>
        <p:spPr>
          <a:xfrm>
            <a:off x="1188720" y="4937760"/>
            <a:ext cx="3154680" cy="320040"/>
          </a:xfrm>
          <a:prstGeom prst="rect">
            <a:avLst/>
          </a:prstGeom>
        </p:spPr>
      </p:pic>
      <p:pic>
        <p:nvPicPr>
          <p:cNvPr id="78" name="Image 20" descr="preencoded.png">    </p:cNvPr>
          <p:cNvPicPr>
            <a:picLocks noChangeAspect="1"/>
          </p:cNvPicPr>
          <p:nvPr/>
        </p:nvPicPr>
        <p:blipFill>
          <a:blip r:embed="rId21"/>
          <a:stretch>
            <a:fillRect/>
          </a:stretch>
        </p:blipFill>
        <p:spPr>
          <a:xfrm>
            <a:off x="4956048" y="4937760"/>
            <a:ext cx="3154680" cy="320040"/>
          </a:xfrm>
          <a:prstGeom prst="rect">
            <a:avLst/>
          </a:prstGeom>
        </p:spPr>
      </p:pic>
      <p:pic>
        <p:nvPicPr>
          <p:cNvPr id="79" name="Image 21" descr="preencoded.png">    </p:cNvPr>
          <p:cNvPicPr>
            <a:picLocks noChangeAspect="1"/>
          </p:cNvPicPr>
          <p:nvPr/>
        </p:nvPicPr>
        <p:blipFill>
          <a:blip r:embed="rId22"/>
          <a:stretch>
            <a:fillRect/>
          </a:stretch>
        </p:blipFill>
        <p:spPr>
          <a:xfrm>
            <a:off x="8723376" y="4937760"/>
            <a:ext cx="3154680" cy="320040"/>
          </a:xfrm>
          <a:prstGeom prst="rect">
            <a:avLst/>
          </a:prstGeom>
        </p:spPr>
      </p:pic>
      <p:pic>
        <p:nvPicPr>
          <p:cNvPr id="80" name="Image 22" descr="preencoded.png">    </p:cNvPr>
          <p:cNvPicPr>
            <a:picLocks noChangeAspect="1"/>
          </p:cNvPicPr>
          <p:nvPr/>
        </p:nvPicPr>
        <p:blipFill>
          <a:blip r:embed="rId23"/>
          <a:stretch>
            <a:fillRect/>
          </a:stretch>
        </p:blipFill>
        <p:spPr>
          <a:xfrm>
            <a:off x="2057400" y="5879592"/>
            <a:ext cx="8046720" cy="2560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1522"/>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4445">
            <a:solidFill>
              <a:srgbClr val="1D3A4C">
                <a:alpha val="58000"/>
              </a:srgbClr>
            </a:solidFill>
            <a:prstDash val="solid"/>
          </a:ln>
        </p:spPr>
      </p:sp>
      <p:sp>
        <p:nvSpPr>
          <p:cNvPr id="3" name="Shape 1"/>
          <p:cNvSpPr/>
          <p:nvPr/>
        </p:nvSpPr>
        <p:spPr>
          <a:xfrm>
            <a:off x="612648" y="0"/>
            <a:ext cx="0" cy="6858000"/>
          </a:xfrm>
          <a:prstGeom prst="line">
            <a:avLst/>
          </a:prstGeom>
          <a:noFill/>
          <a:ln w="4445">
            <a:solidFill>
              <a:srgbClr val="1D3A4C">
                <a:alpha val="58000"/>
              </a:srgbClr>
            </a:solidFill>
            <a:prstDash val="solid"/>
          </a:ln>
        </p:spPr>
      </p:sp>
      <p:sp>
        <p:nvSpPr>
          <p:cNvPr id="4" name="Shape 2"/>
          <p:cNvSpPr/>
          <p:nvPr/>
        </p:nvSpPr>
        <p:spPr>
          <a:xfrm>
            <a:off x="1225296" y="0"/>
            <a:ext cx="0" cy="6858000"/>
          </a:xfrm>
          <a:prstGeom prst="line">
            <a:avLst/>
          </a:prstGeom>
          <a:noFill/>
          <a:ln w="4445">
            <a:solidFill>
              <a:srgbClr val="1D3A4C">
                <a:alpha val="58000"/>
              </a:srgbClr>
            </a:solidFill>
            <a:prstDash val="solid"/>
          </a:ln>
        </p:spPr>
      </p:sp>
      <p:sp>
        <p:nvSpPr>
          <p:cNvPr id="5" name="Shape 3"/>
          <p:cNvSpPr/>
          <p:nvPr/>
        </p:nvSpPr>
        <p:spPr>
          <a:xfrm>
            <a:off x="1837944" y="0"/>
            <a:ext cx="0" cy="6858000"/>
          </a:xfrm>
          <a:prstGeom prst="line">
            <a:avLst/>
          </a:prstGeom>
          <a:noFill/>
          <a:ln w="4445">
            <a:solidFill>
              <a:srgbClr val="1D3A4C">
                <a:alpha val="58000"/>
              </a:srgbClr>
            </a:solidFill>
            <a:prstDash val="solid"/>
          </a:ln>
        </p:spPr>
      </p:sp>
      <p:sp>
        <p:nvSpPr>
          <p:cNvPr id="6" name="Shape 4"/>
          <p:cNvSpPr/>
          <p:nvPr/>
        </p:nvSpPr>
        <p:spPr>
          <a:xfrm>
            <a:off x="2450592" y="0"/>
            <a:ext cx="0" cy="6858000"/>
          </a:xfrm>
          <a:prstGeom prst="line">
            <a:avLst/>
          </a:prstGeom>
          <a:noFill/>
          <a:ln w="4445">
            <a:solidFill>
              <a:srgbClr val="1D3A4C">
                <a:alpha val="58000"/>
              </a:srgbClr>
            </a:solidFill>
            <a:prstDash val="solid"/>
          </a:ln>
        </p:spPr>
      </p:sp>
      <p:sp>
        <p:nvSpPr>
          <p:cNvPr id="7" name="Shape 5"/>
          <p:cNvSpPr/>
          <p:nvPr/>
        </p:nvSpPr>
        <p:spPr>
          <a:xfrm>
            <a:off x="3063240" y="0"/>
            <a:ext cx="0" cy="6858000"/>
          </a:xfrm>
          <a:prstGeom prst="line">
            <a:avLst/>
          </a:prstGeom>
          <a:noFill/>
          <a:ln w="4445">
            <a:solidFill>
              <a:srgbClr val="1D3A4C">
                <a:alpha val="58000"/>
              </a:srgbClr>
            </a:solidFill>
            <a:prstDash val="solid"/>
          </a:ln>
        </p:spPr>
      </p:sp>
      <p:sp>
        <p:nvSpPr>
          <p:cNvPr id="8" name="Shape 6"/>
          <p:cNvSpPr/>
          <p:nvPr/>
        </p:nvSpPr>
        <p:spPr>
          <a:xfrm>
            <a:off x="3675888" y="0"/>
            <a:ext cx="0" cy="6858000"/>
          </a:xfrm>
          <a:prstGeom prst="line">
            <a:avLst/>
          </a:prstGeom>
          <a:noFill/>
          <a:ln w="4445">
            <a:solidFill>
              <a:srgbClr val="1D3A4C">
                <a:alpha val="58000"/>
              </a:srgbClr>
            </a:solidFill>
            <a:prstDash val="solid"/>
          </a:ln>
        </p:spPr>
      </p:sp>
      <p:sp>
        <p:nvSpPr>
          <p:cNvPr id="9" name="Shape 7"/>
          <p:cNvSpPr/>
          <p:nvPr/>
        </p:nvSpPr>
        <p:spPr>
          <a:xfrm>
            <a:off x="4288536" y="0"/>
            <a:ext cx="0" cy="6858000"/>
          </a:xfrm>
          <a:prstGeom prst="line">
            <a:avLst/>
          </a:prstGeom>
          <a:noFill/>
          <a:ln w="4445">
            <a:solidFill>
              <a:srgbClr val="1D3A4C">
                <a:alpha val="58000"/>
              </a:srgbClr>
            </a:solidFill>
            <a:prstDash val="solid"/>
          </a:ln>
        </p:spPr>
      </p:sp>
      <p:sp>
        <p:nvSpPr>
          <p:cNvPr id="10" name="Shape 8"/>
          <p:cNvSpPr/>
          <p:nvPr/>
        </p:nvSpPr>
        <p:spPr>
          <a:xfrm>
            <a:off x="4901184" y="0"/>
            <a:ext cx="0" cy="6858000"/>
          </a:xfrm>
          <a:prstGeom prst="line">
            <a:avLst/>
          </a:prstGeom>
          <a:noFill/>
          <a:ln w="4445">
            <a:solidFill>
              <a:srgbClr val="1D3A4C">
                <a:alpha val="58000"/>
              </a:srgbClr>
            </a:solidFill>
            <a:prstDash val="solid"/>
          </a:ln>
        </p:spPr>
      </p:sp>
      <p:sp>
        <p:nvSpPr>
          <p:cNvPr id="11" name="Shape 9"/>
          <p:cNvSpPr/>
          <p:nvPr/>
        </p:nvSpPr>
        <p:spPr>
          <a:xfrm>
            <a:off x="5513832" y="0"/>
            <a:ext cx="0" cy="6858000"/>
          </a:xfrm>
          <a:prstGeom prst="line">
            <a:avLst/>
          </a:prstGeom>
          <a:noFill/>
          <a:ln w="4445">
            <a:solidFill>
              <a:srgbClr val="1D3A4C">
                <a:alpha val="58000"/>
              </a:srgbClr>
            </a:solidFill>
            <a:prstDash val="solid"/>
          </a:ln>
        </p:spPr>
      </p:sp>
      <p:sp>
        <p:nvSpPr>
          <p:cNvPr id="12" name="Shape 10"/>
          <p:cNvSpPr/>
          <p:nvPr/>
        </p:nvSpPr>
        <p:spPr>
          <a:xfrm>
            <a:off x="6126480" y="0"/>
            <a:ext cx="0" cy="6858000"/>
          </a:xfrm>
          <a:prstGeom prst="line">
            <a:avLst/>
          </a:prstGeom>
          <a:noFill/>
          <a:ln w="4445">
            <a:solidFill>
              <a:srgbClr val="1D3A4C">
                <a:alpha val="58000"/>
              </a:srgbClr>
            </a:solidFill>
            <a:prstDash val="solid"/>
          </a:ln>
        </p:spPr>
      </p:sp>
      <p:sp>
        <p:nvSpPr>
          <p:cNvPr id="13" name="Shape 11"/>
          <p:cNvSpPr/>
          <p:nvPr/>
        </p:nvSpPr>
        <p:spPr>
          <a:xfrm>
            <a:off x="6739128" y="0"/>
            <a:ext cx="0" cy="6858000"/>
          </a:xfrm>
          <a:prstGeom prst="line">
            <a:avLst/>
          </a:prstGeom>
          <a:noFill/>
          <a:ln w="4445">
            <a:solidFill>
              <a:srgbClr val="1D3A4C">
                <a:alpha val="58000"/>
              </a:srgbClr>
            </a:solidFill>
            <a:prstDash val="solid"/>
          </a:ln>
        </p:spPr>
      </p:sp>
      <p:sp>
        <p:nvSpPr>
          <p:cNvPr id="14" name="Shape 12"/>
          <p:cNvSpPr/>
          <p:nvPr/>
        </p:nvSpPr>
        <p:spPr>
          <a:xfrm>
            <a:off x="7351776" y="0"/>
            <a:ext cx="0" cy="6858000"/>
          </a:xfrm>
          <a:prstGeom prst="line">
            <a:avLst/>
          </a:prstGeom>
          <a:noFill/>
          <a:ln w="4445">
            <a:solidFill>
              <a:srgbClr val="1D3A4C">
                <a:alpha val="58000"/>
              </a:srgbClr>
            </a:solidFill>
            <a:prstDash val="solid"/>
          </a:ln>
        </p:spPr>
      </p:sp>
      <p:sp>
        <p:nvSpPr>
          <p:cNvPr id="15" name="Shape 13"/>
          <p:cNvSpPr/>
          <p:nvPr/>
        </p:nvSpPr>
        <p:spPr>
          <a:xfrm>
            <a:off x="7964424" y="0"/>
            <a:ext cx="0" cy="6858000"/>
          </a:xfrm>
          <a:prstGeom prst="line">
            <a:avLst/>
          </a:prstGeom>
          <a:noFill/>
          <a:ln w="4445">
            <a:solidFill>
              <a:srgbClr val="1D3A4C">
                <a:alpha val="58000"/>
              </a:srgbClr>
            </a:solidFill>
            <a:prstDash val="solid"/>
          </a:ln>
        </p:spPr>
      </p:sp>
      <p:sp>
        <p:nvSpPr>
          <p:cNvPr id="16" name="Shape 14"/>
          <p:cNvSpPr/>
          <p:nvPr/>
        </p:nvSpPr>
        <p:spPr>
          <a:xfrm>
            <a:off x="8577072" y="0"/>
            <a:ext cx="0" cy="6858000"/>
          </a:xfrm>
          <a:prstGeom prst="line">
            <a:avLst/>
          </a:prstGeom>
          <a:noFill/>
          <a:ln w="4445">
            <a:solidFill>
              <a:srgbClr val="1D3A4C">
                <a:alpha val="58000"/>
              </a:srgbClr>
            </a:solidFill>
            <a:prstDash val="solid"/>
          </a:ln>
        </p:spPr>
      </p:sp>
      <p:sp>
        <p:nvSpPr>
          <p:cNvPr id="17" name="Shape 15"/>
          <p:cNvSpPr/>
          <p:nvPr/>
        </p:nvSpPr>
        <p:spPr>
          <a:xfrm>
            <a:off x="9189720" y="0"/>
            <a:ext cx="0" cy="6858000"/>
          </a:xfrm>
          <a:prstGeom prst="line">
            <a:avLst/>
          </a:prstGeom>
          <a:noFill/>
          <a:ln w="4445">
            <a:solidFill>
              <a:srgbClr val="1D3A4C">
                <a:alpha val="58000"/>
              </a:srgbClr>
            </a:solidFill>
            <a:prstDash val="solid"/>
          </a:ln>
        </p:spPr>
      </p:sp>
      <p:sp>
        <p:nvSpPr>
          <p:cNvPr id="18" name="Shape 16"/>
          <p:cNvSpPr/>
          <p:nvPr/>
        </p:nvSpPr>
        <p:spPr>
          <a:xfrm>
            <a:off x="9802368" y="0"/>
            <a:ext cx="0" cy="6858000"/>
          </a:xfrm>
          <a:prstGeom prst="line">
            <a:avLst/>
          </a:prstGeom>
          <a:noFill/>
          <a:ln w="4445">
            <a:solidFill>
              <a:srgbClr val="1D3A4C">
                <a:alpha val="58000"/>
              </a:srgbClr>
            </a:solidFill>
            <a:prstDash val="solid"/>
          </a:ln>
        </p:spPr>
      </p:sp>
      <p:sp>
        <p:nvSpPr>
          <p:cNvPr id="19" name="Shape 17"/>
          <p:cNvSpPr/>
          <p:nvPr/>
        </p:nvSpPr>
        <p:spPr>
          <a:xfrm>
            <a:off x="10415016" y="0"/>
            <a:ext cx="0" cy="6858000"/>
          </a:xfrm>
          <a:prstGeom prst="line">
            <a:avLst/>
          </a:prstGeom>
          <a:noFill/>
          <a:ln w="4445">
            <a:solidFill>
              <a:srgbClr val="1D3A4C">
                <a:alpha val="58000"/>
              </a:srgbClr>
            </a:solidFill>
            <a:prstDash val="solid"/>
          </a:ln>
        </p:spPr>
      </p:sp>
      <p:sp>
        <p:nvSpPr>
          <p:cNvPr id="20" name="Shape 18"/>
          <p:cNvSpPr/>
          <p:nvPr/>
        </p:nvSpPr>
        <p:spPr>
          <a:xfrm>
            <a:off x="11027664" y="0"/>
            <a:ext cx="0" cy="6858000"/>
          </a:xfrm>
          <a:prstGeom prst="line">
            <a:avLst/>
          </a:prstGeom>
          <a:noFill/>
          <a:ln w="4445">
            <a:solidFill>
              <a:srgbClr val="1D3A4C">
                <a:alpha val="58000"/>
              </a:srgbClr>
            </a:solidFill>
            <a:prstDash val="solid"/>
          </a:ln>
        </p:spPr>
      </p:sp>
      <p:sp>
        <p:nvSpPr>
          <p:cNvPr id="21" name="Shape 19"/>
          <p:cNvSpPr/>
          <p:nvPr/>
        </p:nvSpPr>
        <p:spPr>
          <a:xfrm>
            <a:off x="11640312" y="0"/>
            <a:ext cx="0" cy="6858000"/>
          </a:xfrm>
          <a:prstGeom prst="line">
            <a:avLst/>
          </a:prstGeom>
          <a:noFill/>
          <a:ln w="4445">
            <a:solidFill>
              <a:srgbClr val="1D3A4C">
                <a:alpha val="58000"/>
              </a:srgbClr>
            </a:solidFill>
            <a:prstDash val="solid"/>
          </a:ln>
        </p:spPr>
      </p:sp>
      <p:sp>
        <p:nvSpPr>
          <p:cNvPr id="22" name="Shape 20"/>
          <p:cNvSpPr/>
          <p:nvPr/>
        </p:nvSpPr>
        <p:spPr>
          <a:xfrm>
            <a:off x="0" y="0"/>
            <a:ext cx="12191695" cy="0"/>
          </a:xfrm>
          <a:prstGeom prst="line">
            <a:avLst/>
          </a:prstGeom>
          <a:noFill/>
          <a:ln w="4445">
            <a:solidFill>
              <a:srgbClr val="1D3A4C">
                <a:alpha val="58000"/>
              </a:srgbClr>
            </a:solidFill>
            <a:prstDash val="solid"/>
          </a:ln>
        </p:spPr>
      </p:sp>
      <p:sp>
        <p:nvSpPr>
          <p:cNvPr id="23" name="Shape 21"/>
          <p:cNvSpPr/>
          <p:nvPr/>
        </p:nvSpPr>
        <p:spPr>
          <a:xfrm>
            <a:off x="0" y="457200"/>
            <a:ext cx="12191695" cy="0"/>
          </a:xfrm>
          <a:prstGeom prst="line">
            <a:avLst/>
          </a:prstGeom>
          <a:noFill/>
          <a:ln w="4445">
            <a:solidFill>
              <a:srgbClr val="1D3A4C">
                <a:alpha val="58000"/>
              </a:srgbClr>
            </a:solidFill>
            <a:prstDash val="solid"/>
          </a:ln>
        </p:spPr>
      </p:sp>
      <p:sp>
        <p:nvSpPr>
          <p:cNvPr id="24" name="Shape 22"/>
          <p:cNvSpPr/>
          <p:nvPr/>
        </p:nvSpPr>
        <p:spPr>
          <a:xfrm>
            <a:off x="0" y="914400"/>
            <a:ext cx="12191695" cy="0"/>
          </a:xfrm>
          <a:prstGeom prst="line">
            <a:avLst/>
          </a:prstGeom>
          <a:noFill/>
          <a:ln w="4445">
            <a:solidFill>
              <a:srgbClr val="1D3A4C">
                <a:alpha val="58000"/>
              </a:srgbClr>
            </a:solidFill>
            <a:prstDash val="solid"/>
          </a:ln>
        </p:spPr>
      </p:sp>
      <p:sp>
        <p:nvSpPr>
          <p:cNvPr id="25" name="Shape 23"/>
          <p:cNvSpPr/>
          <p:nvPr/>
        </p:nvSpPr>
        <p:spPr>
          <a:xfrm>
            <a:off x="0" y="1371600"/>
            <a:ext cx="12191695" cy="0"/>
          </a:xfrm>
          <a:prstGeom prst="line">
            <a:avLst/>
          </a:prstGeom>
          <a:noFill/>
          <a:ln w="4445">
            <a:solidFill>
              <a:srgbClr val="1D3A4C">
                <a:alpha val="58000"/>
              </a:srgbClr>
            </a:solidFill>
            <a:prstDash val="solid"/>
          </a:ln>
        </p:spPr>
      </p:sp>
      <p:sp>
        <p:nvSpPr>
          <p:cNvPr id="26" name="Shape 24"/>
          <p:cNvSpPr/>
          <p:nvPr/>
        </p:nvSpPr>
        <p:spPr>
          <a:xfrm>
            <a:off x="0" y="1828800"/>
            <a:ext cx="12191695" cy="0"/>
          </a:xfrm>
          <a:prstGeom prst="line">
            <a:avLst/>
          </a:prstGeom>
          <a:noFill/>
          <a:ln w="4445">
            <a:solidFill>
              <a:srgbClr val="1D3A4C">
                <a:alpha val="58000"/>
              </a:srgbClr>
            </a:solidFill>
            <a:prstDash val="solid"/>
          </a:ln>
        </p:spPr>
      </p:sp>
      <p:sp>
        <p:nvSpPr>
          <p:cNvPr id="27" name="Shape 25"/>
          <p:cNvSpPr/>
          <p:nvPr/>
        </p:nvSpPr>
        <p:spPr>
          <a:xfrm>
            <a:off x="0" y="2286000"/>
            <a:ext cx="12191695" cy="0"/>
          </a:xfrm>
          <a:prstGeom prst="line">
            <a:avLst/>
          </a:prstGeom>
          <a:noFill/>
          <a:ln w="4445">
            <a:solidFill>
              <a:srgbClr val="1D3A4C">
                <a:alpha val="58000"/>
              </a:srgbClr>
            </a:solidFill>
            <a:prstDash val="solid"/>
          </a:ln>
        </p:spPr>
      </p:sp>
      <p:sp>
        <p:nvSpPr>
          <p:cNvPr id="28" name="Shape 26"/>
          <p:cNvSpPr/>
          <p:nvPr/>
        </p:nvSpPr>
        <p:spPr>
          <a:xfrm>
            <a:off x="0" y="2743200"/>
            <a:ext cx="12191695" cy="0"/>
          </a:xfrm>
          <a:prstGeom prst="line">
            <a:avLst/>
          </a:prstGeom>
          <a:noFill/>
          <a:ln w="4445">
            <a:solidFill>
              <a:srgbClr val="1D3A4C">
                <a:alpha val="58000"/>
              </a:srgbClr>
            </a:solidFill>
            <a:prstDash val="solid"/>
          </a:ln>
        </p:spPr>
      </p:sp>
      <p:sp>
        <p:nvSpPr>
          <p:cNvPr id="29" name="Shape 27"/>
          <p:cNvSpPr/>
          <p:nvPr/>
        </p:nvSpPr>
        <p:spPr>
          <a:xfrm>
            <a:off x="0" y="3200400"/>
            <a:ext cx="12191695" cy="0"/>
          </a:xfrm>
          <a:prstGeom prst="line">
            <a:avLst/>
          </a:prstGeom>
          <a:noFill/>
          <a:ln w="4445">
            <a:solidFill>
              <a:srgbClr val="1D3A4C">
                <a:alpha val="58000"/>
              </a:srgbClr>
            </a:solidFill>
            <a:prstDash val="solid"/>
          </a:ln>
        </p:spPr>
      </p:sp>
      <p:sp>
        <p:nvSpPr>
          <p:cNvPr id="30" name="Shape 28"/>
          <p:cNvSpPr/>
          <p:nvPr/>
        </p:nvSpPr>
        <p:spPr>
          <a:xfrm>
            <a:off x="0" y="3657600"/>
            <a:ext cx="12191695" cy="0"/>
          </a:xfrm>
          <a:prstGeom prst="line">
            <a:avLst/>
          </a:prstGeom>
          <a:noFill/>
          <a:ln w="4445">
            <a:solidFill>
              <a:srgbClr val="1D3A4C">
                <a:alpha val="58000"/>
              </a:srgbClr>
            </a:solidFill>
            <a:prstDash val="solid"/>
          </a:ln>
        </p:spPr>
      </p:sp>
      <p:sp>
        <p:nvSpPr>
          <p:cNvPr id="31" name="Shape 29"/>
          <p:cNvSpPr/>
          <p:nvPr/>
        </p:nvSpPr>
        <p:spPr>
          <a:xfrm>
            <a:off x="0" y="4114800"/>
            <a:ext cx="12191695" cy="0"/>
          </a:xfrm>
          <a:prstGeom prst="line">
            <a:avLst/>
          </a:prstGeom>
          <a:noFill/>
          <a:ln w="4445">
            <a:solidFill>
              <a:srgbClr val="1D3A4C">
                <a:alpha val="58000"/>
              </a:srgbClr>
            </a:solidFill>
            <a:prstDash val="solid"/>
          </a:ln>
        </p:spPr>
      </p:sp>
      <p:sp>
        <p:nvSpPr>
          <p:cNvPr id="32" name="Shape 30"/>
          <p:cNvSpPr/>
          <p:nvPr/>
        </p:nvSpPr>
        <p:spPr>
          <a:xfrm>
            <a:off x="0" y="4572000"/>
            <a:ext cx="12191695" cy="0"/>
          </a:xfrm>
          <a:prstGeom prst="line">
            <a:avLst/>
          </a:prstGeom>
          <a:noFill/>
          <a:ln w="4445">
            <a:solidFill>
              <a:srgbClr val="1D3A4C">
                <a:alpha val="58000"/>
              </a:srgbClr>
            </a:solidFill>
            <a:prstDash val="solid"/>
          </a:ln>
        </p:spPr>
      </p:sp>
      <p:sp>
        <p:nvSpPr>
          <p:cNvPr id="33" name="Shape 31"/>
          <p:cNvSpPr/>
          <p:nvPr/>
        </p:nvSpPr>
        <p:spPr>
          <a:xfrm>
            <a:off x="0" y="5029200"/>
            <a:ext cx="12191695" cy="0"/>
          </a:xfrm>
          <a:prstGeom prst="line">
            <a:avLst/>
          </a:prstGeom>
          <a:noFill/>
          <a:ln w="4445">
            <a:solidFill>
              <a:srgbClr val="1D3A4C">
                <a:alpha val="58000"/>
              </a:srgbClr>
            </a:solidFill>
            <a:prstDash val="solid"/>
          </a:ln>
        </p:spPr>
      </p:sp>
      <p:sp>
        <p:nvSpPr>
          <p:cNvPr id="34" name="Shape 32"/>
          <p:cNvSpPr/>
          <p:nvPr/>
        </p:nvSpPr>
        <p:spPr>
          <a:xfrm>
            <a:off x="0" y="5486400"/>
            <a:ext cx="12191695" cy="0"/>
          </a:xfrm>
          <a:prstGeom prst="line">
            <a:avLst/>
          </a:prstGeom>
          <a:noFill/>
          <a:ln w="4445">
            <a:solidFill>
              <a:srgbClr val="1D3A4C">
                <a:alpha val="58000"/>
              </a:srgbClr>
            </a:solidFill>
            <a:prstDash val="solid"/>
          </a:ln>
        </p:spPr>
      </p:sp>
      <p:sp>
        <p:nvSpPr>
          <p:cNvPr id="35" name="Shape 33"/>
          <p:cNvSpPr/>
          <p:nvPr/>
        </p:nvSpPr>
        <p:spPr>
          <a:xfrm>
            <a:off x="0" y="5943600"/>
            <a:ext cx="12191695" cy="0"/>
          </a:xfrm>
          <a:prstGeom prst="line">
            <a:avLst/>
          </a:prstGeom>
          <a:noFill/>
          <a:ln w="4445">
            <a:solidFill>
              <a:srgbClr val="1D3A4C">
                <a:alpha val="58000"/>
              </a:srgbClr>
            </a:solidFill>
            <a:prstDash val="solid"/>
          </a:ln>
        </p:spPr>
      </p:sp>
      <p:sp>
        <p:nvSpPr>
          <p:cNvPr id="36" name="Shape 34"/>
          <p:cNvSpPr/>
          <p:nvPr/>
        </p:nvSpPr>
        <p:spPr>
          <a:xfrm>
            <a:off x="0" y="6400800"/>
            <a:ext cx="12191695" cy="0"/>
          </a:xfrm>
          <a:prstGeom prst="line">
            <a:avLst/>
          </a:prstGeom>
          <a:noFill/>
          <a:ln w="4445">
            <a:solidFill>
              <a:srgbClr val="1D3A4C">
                <a:alpha val="58000"/>
              </a:srgbClr>
            </a:solidFill>
            <a:prstDash val="solid"/>
          </a:ln>
        </p:spPr>
      </p:sp>
      <p:sp>
        <p:nvSpPr>
          <p:cNvPr id="37" name="Shape 35"/>
          <p:cNvSpPr/>
          <p:nvPr/>
        </p:nvSpPr>
        <p:spPr>
          <a:xfrm>
            <a:off x="0" y="6858000"/>
            <a:ext cx="12191695" cy="0"/>
          </a:xfrm>
          <a:prstGeom prst="line">
            <a:avLst/>
          </a:prstGeom>
          <a:noFill/>
          <a:ln w="4445">
            <a:solidFill>
              <a:srgbClr val="1D3A4C">
                <a:alpha val="58000"/>
              </a:srgbClr>
            </a:solidFill>
            <a:prstDash val="solid"/>
          </a:ln>
        </p:spPr>
      </p:sp>
      <p:sp>
        <p:nvSpPr>
          <p:cNvPr id="38" name="Shape 36"/>
          <p:cNvSpPr/>
          <p:nvPr/>
        </p:nvSpPr>
        <p:spPr>
          <a:xfrm>
            <a:off x="685800" y="2148840"/>
            <a:ext cx="3401568" cy="2029968"/>
          </a:xfrm>
          <a:prstGeom prst="roundRect">
            <a:avLst>
              <a:gd name="adj" fmla="val 2703"/>
            </a:avLst>
          </a:prstGeom>
          <a:solidFill>
            <a:srgbClr val="10263A"/>
          </a:solidFill>
          <a:ln w="12700">
            <a:solidFill>
              <a:srgbClr val="2DD4BF"/>
            </a:solidFill>
            <a:prstDash val="solid"/>
          </a:ln>
          <a:effectLst>
            <a:outerShdw sx="100000" sy="100000" kx="0" ky="0" algn="bl" rotWithShape="0" blurRad="12700" dist="50800" dir="2700000">
              <a:srgbClr val="000000">
                <a:alpha val="13000"/>
              </a:srgbClr>
            </a:outerShdw>
          </a:effectLst>
        </p:spPr>
      </p:sp>
      <p:sp>
        <p:nvSpPr>
          <p:cNvPr id="39" name="Shape 37"/>
          <p:cNvSpPr/>
          <p:nvPr/>
        </p:nvSpPr>
        <p:spPr>
          <a:xfrm>
            <a:off x="4453128" y="2148840"/>
            <a:ext cx="3401568" cy="2029968"/>
          </a:xfrm>
          <a:prstGeom prst="roundRect">
            <a:avLst>
              <a:gd name="adj" fmla="val 2703"/>
            </a:avLst>
          </a:prstGeom>
          <a:solidFill>
            <a:srgbClr val="17344A"/>
          </a:solidFill>
          <a:ln w="12700">
            <a:solidFill>
              <a:srgbClr val="FF8A4C"/>
            </a:solidFill>
            <a:prstDash val="solid"/>
          </a:ln>
          <a:effectLst>
            <a:outerShdw sx="100000" sy="100000" kx="0" ky="0" algn="bl" rotWithShape="0" blurRad="12700" dist="50800" dir="2700000">
              <a:srgbClr val="000000">
                <a:alpha val="13000"/>
              </a:srgbClr>
            </a:outerShdw>
          </a:effectLst>
        </p:spPr>
      </p:sp>
      <p:sp>
        <p:nvSpPr>
          <p:cNvPr id="40" name="Shape 38"/>
          <p:cNvSpPr/>
          <p:nvPr/>
        </p:nvSpPr>
        <p:spPr>
          <a:xfrm>
            <a:off x="8220456" y="2148840"/>
            <a:ext cx="3401568" cy="2029968"/>
          </a:xfrm>
          <a:prstGeom prst="roundRect">
            <a:avLst>
              <a:gd name="adj" fmla="val 2703"/>
            </a:avLst>
          </a:prstGeom>
          <a:solidFill>
            <a:srgbClr val="10263A"/>
          </a:solidFill>
          <a:ln w="12700">
            <a:solidFill>
              <a:srgbClr val="B7F34A"/>
            </a:solidFill>
            <a:prstDash val="solid"/>
          </a:ln>
          <a:effectLst>
            <a:outerShdw sx="100000" sy="100000" kx="0" ky="0" algn="bl" rotWithShape="0" blurRad="12700" dist="50800" dir="2700000">
              <a:srgbClr val="000000">
                <a:alpha val="13000"/>
              </a:srgbClr>
            </a:outerShdw>
          </a:effectLst>
        </p:spPr>
      </p:sp>
      <p:pic>
        <p:nvPicPr>
          <p:cNvPr id="42" name="Image 0" descr="preencoded.png">    </p:cNvPr>
          <p:cNvPicPr>
            <a:picLocks noChangeAspect="1"/>
          </p:cNvPicPr>
          <p:nvPr/>
        </p:nvPicPr>
        <p:blipFill>
          <a:blip r:embed="rId1"/>
          <a:stretch>
            <a:fillRect/>
          </a:stretch>
        </p:blipFill>
        <p:spPr>
          <a:xfrm>
            <a:off x="685800" y="603504"/>
            <a:ext cx="2194560" cy="256032"/>
          </a:xfrm>
          <a:prstGeom prst="rect">
            <a:avLst/>
          </a:prstGeom>
        </p:spPr>
      </p:pic>
      <p:pic>
        <p:nvPicPr>
          <p:cNvPr id="43" name="Image 1" descr="preencoded.png">    </p:cNvPr>
          <p:cNvPicPr>
            <a:picLocks noChangeAspect="1"/>
          </p:cNvPicPr>
          <p:nvPr/>
        </p:nvPicPr>
        <p:blipFill>
          <a:blip r:embed="rId2"/>
          <a:stretch>
            <a:fillRect/>
          </a:stretch>
        </p:blipFill>
        <p:spPr>
          <a:xfrm>
            <a:off x="667512" y="1005840"/>
            <a:ext cx="9875520" cy="566928"/>
          </a:xfrm>
          <a:prstGeom prst="rect">
            <a:avLst/>
          </a:prstGeom>
        </p:spPr>
      </p:pic>
      <p:pic>
        <p:nvPicPr>
          <p:cNvPr id="44" name="Image 2" descr="preencoded.png">    </p:cNvPr>
          <p:cNvPicPr>
            <a:picLocks noChangeAspect="1"/>
          </p:cNvPicPr>
          <p:nvPr/>
        </p:nvPicPr>
        <p:blipFill>
          <a:blip r:embed="rId3"/>
          <a:stretch>
            <a:fillRect/>
          </a:stretch>
        </p:blipFill>
        <p:spPr>
          <a:xfrm>
            <a:off x="932688" y="2414016"/>
            <a:ext cx="438912" cy="292608"/>
          </a:xfrm>
          <a:prstGeom prst="rect">
            <a:avLst/>
          </a:prstGeom>
        </p:spPr>
      </p:pic>
      <p:pic>
        <p:nvPicPr>
          <p:cNvPr id="45" name="Image 3" descr="preencoded.png">    </p:cNvPr>
          <p:cNvPicPr>
            <a:picLocks noChangeAspect="1"/>
          </p:cNvPicPr>
          <p:nvPr/>
        </p:nvPicPr>
        <p:blipFill>
          <a:blip r:embed="rId4"/>
          <a:stretch>
            <a:fillRect/>
          </a:stretch>
        </p:blipFill>
        <p:spPr>
          <a:xfrm>
            <a:off x="1499616" y="2359152"/>
            <a:ext cx="2240280" cy="338328"/>
          </a:xfrm>
          <a:prstGeom prst="rect">
            <a:avLst/>
          </a:prstGeom>
        </p:spPr>
      </p:pic>
      <p:pic>
        <p:nvPicPr>
          <p:cNvPr id="46" name="Image 4" descr="preencoded.png">    </p:cNvPr>
          <p:cNvPicPr>
            <a:picLocks noChangeAspect="1"/>
          </p:cNvPicPr>
          <p:nvPr/>
        </p:nvPicPr>
        <p:blipFill>
          <a:blip r:embed="rId5"/>
          <a:stretch>
            <a:fillRect/>
          </a:stretch>
        </p:blipFill>
        <p:spPr>
          <a:xfrm>
            <a:off x="960120" y="3063240"/>
            <a:ext cx="2816352" cy="676656"/>
          </a:xfrm>
          <a:prstGeom prst="rect">
            <a:avLst/>
          </a:prstGeom>
        </p:spPr>
      </p:pic>
      <p:pic>
        <p:nvPicPr>
          <p:cNvPr id="47" name="Image 5" descr="preencoded.png">    </p:cNvPr>
          <p:cNvPicPr>
            <a:picLocks noChangeAspect="1"/>
          </p:cNvPicPr>
          <p:nvPr/>
        </p:nvPicPr>
        <p:blipFill>
          <a:blip r:embed="rId6"/>
          <a:stretch>
            <a:fillRect/>
          </a:stretch>
        </p:blipFill>
        <p:spPr>
          <a:xfrm>
            <a:off x="4700016" y="2414016"/>
            <a:ext cx="438912" cy="292608"/>
          </a:xfrm>
          <a:prstGeom prst="rect">
            <a:avLst/>
          </a:prstGeom>
        </p:spPr>
      </p:pic>
      <p:pic>
        <p:nvPicPr>
          <p:cNvPr id="48" name="Image 6" descr="preencoded.png">    </p:cNvPr>
          <p:cNvPicPr>
            <a:picLocks noChangeAspect="1"/>
          </p:cNvPicPr>
          <p:nvPr/>
        </p:nvPicPr>
        <p:blipFill>
          <a:blip r:embed="rId7"/>
          <a:stretch>
            <a:fillRect/>
          </a:stretch>
        </p:blipFill>
        <p:spPr>
          <a:xfrm>
            <a:off x="5266944" y="2359152"/>
            <a:ext cx="2240280" cy="338328"/>
          </a:xfrm>
          <a:prstGeom prst="rect">
            <a:avLst/>
          </a:prstGeom>
        </p:spPr>
      </p:pic>
      <p:pic>
        <p:nvPicPr>
          <p:cNvPr id="49" name="Image 7" descr="preencoded.png">    </p:cNvPr>
          <p:cNvPicPr>
            <a:picLocks noChangeAspect="1"/>
          </p:cNvPicPr>
          <p:nvPr/>
        </p:nvPicPr>
        <p:blipFill>
          <a:blip r:embed="rId8"/>
          <a:stretch>
            <a:fillRect/>
          </a:stretch>
        </p:blipFill>
        <p:spPr>
          <a:xfrm>
            <a:off x="4727448" y="3063240"/>
            <a:ext cx="2816352" cy="676656"/>
          </a:xfrm>
          <a:prstGeom prst="rect">
            <a:avLst/>
          </a:prstGeom>
        </p:spPr>
      </p:pic>
      <p:pic>
        <p:nvPicPr>
          <p:cNvPr id="50" name="Image 8" descr="preencoded.png">    </p:cNvPr>
          <p:cNvPicPr>
            <a:picLocks noChangeAspect="1"/>
          </p:cNvPicPr>
          <p:nvPr/>
        </p:nvPicPr>
        <p:blipFill>
          <a:blip r:embed="rId9"/>
          <a:stretch>
            <a:fillRect/>
          </a:stretch>
        </p:blipFill>
        <p:spPr>
          <a:xfrm>
            <a:off x="8467344" y="2414016"/>
            <a:ext cx="438912" cy="292608"/>
          </a:xfrm>
          <a:prstGeom prst="rect">
            <a:avLst/>
          </a:prstGeom>
        </p:spPr>
      </p:pic>
      <p:pic>
        <p:nvPicPr>
          <p:cNvPr id="51" name="Image 9" descr="preencoded.png">    </p:cNvPr>
          <p:cNvPicPr>
            <a:picLocks noChangeAspect="1"/>
          </p:cNvPicPr>
          <p:nvPr/>
        </p:nvPicPr>
        <p:blipFill>
          <a:blip r:embed="rId10"/>
          <a:stretch>
            <a:fillRect/>
          </a:stretch>
        </p:blipFill>
        <p:spPr>
          <a:xfrm>
            <a:off x="9034272" y="2359152"/>
            <a:ext cx="2240280" cy="338328"/>
          </a:xfrm>
          <a:prstGeom prst="rect">
            <a:avLst/>
          </a:prstGeom>
        </p:spPr>
      </p:pic>
      <p:pic>
        <p:nvPicPr>
          <p:cNvPr id="52" name="Image 10" descr="preencoded.png">    </p:cNvPr>
          <p:cNvPicPr>
            <a:picLocks noChangeAspect="1"/>
          </p:cNvPicPr>
          <p:nvPr/>
        </p:nvPicPr>
        <p:blipFill>
          <a:blip r:embed="rId11"/>
          <a:stretch>
            <a:fillRect/>
          </a:stretch>
        </p:blipFill>
        <p:spPr>
          <a:xfrm>
            <a:off x="8494776" y="3063240"/>
            <a:ext cx="2816352" cy="676656"/>
          </a:xfrm>
          <a:prstGeom prst="rect">
            <a:avLst/>
          </a:prstGeom>
        </p:spPr>
      </p:pic>
      <p:pic>
        <p:nvPicPr>
          <p:cNvPr id="53" name="Image 11" descr="preencoded.png">    </p:cNvPr>
          <p:cNvPicPr>
            <a:picLocks noChangeAspect="1"/>
          </p:cNvPicPr>
          <p:nvPr/>
        </p:nvPicPr>
        <p:blipFill>
          <a:blip r:embed="rId12"/>
          <a:stretch>
            <a:fillRect/>
          </a:stretch>
        </p:blipFill>
        <p:spPr>
          <a:xfrm>
            <a:off x="704088" y="4974336"/>
            <a:ext cx="2560320" cy="566928"/>
          </a:xfrm>
          <a:prstGeom prst="rect">
            <a:avLst/>
          </a:prstGeom>
        </p:spPr>
      </p:pic>
      <p:pic>
        <p:nvPicPr>
          <p:cNvPr id="54" name="Image 12" descr="preencoded.png">    </p:cNvPr>
          <p:cNvPicPr>
            <a:picLocks noChangeAspect="1"/>
          </p:cNvPicPr>
          <p:nvPr/>
        </p:nvPicPr>
        <p:blipFill>
          <a:blip r:embed="rId13"/>
          <a:stretch>
            <a:fillRect/>
          </a:stretch>
        </p:blipFill>
        <p:spPr>
          <a:xfrm>
            <a:off x="731520" y="5687568"/>
            <a:ext cx="4206240" cy="274320"/>
          </a:xfrm>
          <a:prstGeom prst="rect">
            <a:avLst/>
          </a:prstGeom>
        </p:spPr>
      </p:pic>
      <p:pic>
        <p:nvPicPr>
          <p:cNvPr id="55" name="Image 13" descr="preencoded.png">    </p:cNvPr>
          <p:cNvPicPr>
            <a:picLocks noChangeAspect="1"/>
          </p:cNvPicPr>
          <p:nvPr/>
        </p:nvPicPr>
        <p:blipFill>
          <a:blip r:embed="rId14"/>
          <a:stretch>
            <a:fillRect/>
          </a:stretch>
        </p:blipFill>
        <p:spPr>
          <a:xfrm>
            <a:off x="6510528" y="5751576"/>
            <a:ext cx="4983480" cy="228600"/>
          </a:xfrm>
          <a:prstGeom prst="rect">
            <a:avLst/>
          </a:prstGeom>
        </p:spPr>
      </p:pic>
      <p:pic>
        <p:nvPicPr>
          <p:cNvPr id="56" name="Image 14" descr="preencoded.png">    </p:cNvPr>
          <p:cNvPicPr>
            <a:picLocks noChangeAspect="1"/>
          </p:cNvPicPr>
          <p:nvPr/>
        </p:nvPicPr>
        <p:blipFill>
          <a:blip r:embed="rId15"/>
          <a:stretch>
            <a:fillRect/>
          </a:stretch>
        </p:blipFill>
        <p:spPr>
          <a:xfrm>
            <a:off x="438912" y="6510528"/>
            <a:ext cx="5303520" cy="164592"/>
          </a:xfrm>
          <a:prstGeom prst="rect">
            <a:avLst/>
          </a:prstGeom>
        </p:spPr>
      </p:pic>
      <p:pic>
        <p:nvPicPr>
          <p:cNvPr id="57" name="Image 15" descr="preencoded.png">    </p:cNvPr>
          <p:cNvPicPr>
            <a:picLocks noChangeAspect="1"/>
          </p:cNvPicPr>
          <p:nvPr/>
        </p:nvPicPr>
        <p:blipFill>
          <a:blip r:embed="rId16"/>
          <a:stretch>
            <a:fillRect/>
          </a:stretch>
        </p:blipFill>
        <p:spPr>
          <a:xfrm>
            <a:off x="11247120" y="6455664"/>
            <a:ext cx="475488" cy="228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Super AI Engineer Season 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การตรวจจับการโจมตีบนเครือข่าย IoT</dc:title>
  <dc:subject>The IoT Attack Detection Challenge</dc:subject>
  <dc:creator>610686-วชิรวิทย์</dc:creator>
  <cp:lastModifiedBy>610686-วชิรวิทย์</cp:lastModifiedBy>
  <cp:revision>1</cp:revision>
  <dcterms:created xsi:type="dcterms:W3CDTF">2026-07-18T13:17:57Z</dcterms:created>
  <dcterms:modified xsi:type="dcterms:W3CDTF">2026-07-18T13:17:57Z</dcterms:modified>
</cp:coreProperties>
</file>